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Lato" panose="020F0502020204030203" pitchFamily="34" charset="77"/>
      <p:regular r:id="rId15"/>
      <p:bold r:id="rId16"/>
      <p:italic r:id="rId17"/>
      <p:boldItalic r:id="rId18"/>
    </p:embeddedFont>
    <p:embeddedFont>
      <p:font typeface="Noto Sans Myanmar" panose="020B0502040504020204" pitchFamily="34" charset="0"/>
      <p:regular r:id="rId19"/>
      <p:bold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67B9BA-6395-467F-A1C2-BC24B4738678}">
  <a:tblStyle styleId="{A767B9BA-6395-467F-A1C2-BC24B47386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1A3DB55-DA33-A180-88D9-58630BFD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>
            <a:extLst>
              <a:ext uri="{FF2B5EF4-FFF2-40B4-BE49-F238E27FC236}">
                <a16:creationId xmlns:a16="http://schemas.microsoft.com/office/drawing/2014/main" id="{1E1B3BC8-F949-E5E1-843A-990A5E3BD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>
            <a:extLst>
              <a:ext uri="{FF2B5EF4-FFF2-40B4-BE49-F238E27FC236}">
                <a16:creationId xmlns:a16="http://schemas.microsoft.com/office/drawing/2014/main" id="{DDA039EB-155E-A02E-1818-1D381D731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563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30379" y="2347019"/>
            <a:ext cx="9931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Queue</a:t>
            </a:r>
            <a:r>
              <a:rPr lang="en-US" sz="5250" b="1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 Data Structure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337619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FIFO - First In, First Out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04BE543F-CA4B-9791-F51C-04A49517633E}"/>
              </a:ext>
            </a:extLst>
          </p:cNvPr>
          <p:cNvSpPr txBox="1"/>
          <p:nvPr/>
        </p:nvSpPr>
        <p:spPr>
          <a:xfrm>
            <a:off x="1809750" y="3997123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- 7 ]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044154"/>
            <a:ext cx="952500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475672" y="2387054"/>
            <a:ext cx="524065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FIFO ဆိုတာဘာလဲ?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First-In, First-Out (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ဦးသူယူစနစ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်):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ျှ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တမှုကို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အခြေခံထားတဲ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Data Structure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တစ်ခုဖြစ်ပြီး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Real-world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အသုံးအများဆုံး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စနစ်တစ်ခုဖြစ်ပါတယ</a:t>
            </a:r>
            <a:r>
              <a:rPr lang="en-US" sz="19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719857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လက်မှတ်ဝယ်ဖို့ လူတွေ တန်းစီနေတဲ့ ပုံစံကို မြင်ယောင်ကြည့်ပါ။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EA3CA8-4B8D-2D29-E968-6CE0CC3EBCA2}"/>
              </a:ext>
            </a:extLst>
          </p:cNvPr>
          <p:cNvGrpSpPr/>
          <p:nvPr/>
        </p:nvGrpSpPr>
        <p:grpSpPr>
          <a:xfrm>
            <a:off x="581025" y="2533054"/>
            <a:ext cx="5276850" cy="4097923"/>
            <a:chOff x="581025" y="2533054"/>
            <a:chExt cx="5276850" cy="4097923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258402"/>
              <a:ext cx="5276850" cy="1372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57250" y="5389286"/>
              <a:ext cx="4762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ဒီလိုမျိုး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ပထမဆုံး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ဝင်လာတဲ့အရာကို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ပထမဆုံး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ပြန်ထုတ်ပေးတဲ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့"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သဘောတရားကို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FIFO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1104900" y="2533054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လူအသစ် ရောက်လာရင် တန်းစီနေတဲ့သူတွေရဲ့ </a:t>
              </a:r>
              <a:r>
                <a:rPr lang="en-US" sz="1650" b="1" i="0" u="none" strike="noStrike" cap="none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အနောက်ဆုံးကနေ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ဝင်ရပါတယ်။</a:t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104900" y="3441501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လက်မှတ်ရပြီး ထွက်သွားမယ့်သူကတော့ </a:t>
              </a:r>
              <a:r>
                <a:rPr lang="en-US" sz="1650" b="1" i="0" u="none" strike="noStrike" cap="none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အရှေ့ဆုံးက (ပထမဆုံး ရောက်လာတဲ့)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လူပဲ ဖြစ်ပါတယ်။</a:t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104900" y="4349948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ကြားဖြတ်ဝင်တာ (သို့) အလယ်ကနေ ထွက်သွားတာကို ခွင့်မပြုပါဘူး။</a:t>
              </a:r>
              <a:endParaRPr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566392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3474839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38328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5"/>
          <p:cNvSpPr txBox="1"/>
          <p:nvPr/>
        </p:nvSpPr>
        <p:spPr>
          <a:xfrm>
            <a:off x="581025" y="35778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ရုပ်ရှင်လက်မှတ်ဝယ်ဖို့ တန်းစီသလိုပါပဲ 🎟️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1376957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 descr="FIFO ရုပ်ရှင်လက်မှတ်ဝယ်ဖို့ တန်းစီသလိုပါပဲ လက်မှတ်ဝယ်ဖို့ လူတွေ တန်းစီနေတဲ့ ပုံစံကို မြင်ယောင်ကြည့်ပါ။&#10;လူအသစ် ရောက်လာရင် တန်းစီနေတဲ့သူတွေရဲ့ အနောက်ဆုံးကနေ ဝင်ရပါတယ်။&#10;လက်မှတ်ရပြီး ထွက်သွားမယ့်သူကတော့ အရှေ့ဆုံးက (ပထမဆုံး ရောက်လာတဲ့) လူပဲ ဖြစ်ပါတယ်။&#10;ကြားဖြတ်ဝင်တာ (သို့) အလယ်ကနေ ထွက်သွားတာကို ခွင့်မပြုပါဘူး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7800" y="1338263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2CD66D-31BE-7AC9-AB9A-37E8EB3F054F}"/>
              </a:ext>
            </a:extLst>
          </p:cNvPr>
          <p:cNvGrpSpPr/>
          <p:nvPr/>
        </p:nvGrpSpPr>
        <p:grpSpPr>
          <a:xfrm>
            <a:off x="581025" y="2038647"/>
            <a:ext cx="3486150" cy="4142779"/>
            <a:chOff x="581025" y="2038647"/>
            <a:chExt cx="3486150" cy="4142779"/>
          </a:xfrm>
        </p:grpSpPr>
        <p:pic>
          <p:nvPicPr>
            <p:cNvPr id="118" name="Google Shape;118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038647"/>
              <a:ext cx="3486150" cy="41427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429172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6"/>
            <p:cNvSpPr txBox="1"/>
            <p:nvPr/>
          </p:nvSpPr>
          <p:spPr>
            <a:xfrm>
              <a:off x="876300" y="3429297"/>
              <a:ext cx="1490186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9731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Enqueue</a:t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876300" y="3972222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Queue ရဲ့ </a:t>
              </a:r>
              <a:r>
                <a:rPr lang="en-US" sz="1650" b="1" i="0" u="none" strike="noStrike" cap="none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အနောက်ဆုံးမှာ (Rear/Back)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အသစ်တစ်ခုကို သွားထည့်တာကို ခေါ်ပါတယ်။ (လူအသစ် တန်းလာစီခြင်း)</a:t>
              </a:r>
              <a:endParaRPr/>
            </a:p>
          </p:txBody>
        </p:sp>
        <p:pic>
          <p:nvPicPr>
            <p:cNvPr id="130" name="Google Shape;130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8225" y="2591097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52B59F6-1195-12B3-39F7-3FEB11304819}"/>
              </a:ext>
            </a:extLst>
          </p:cNvPr>
          <p:cNvGrpSpPr/>
          <p:nvPr/>
        </p:nvGrpSpPr>
        <p:grpSpPr>
          <a:xfrm>
            <a:off x="4352925" y="2038647"/>
            <a:ext cx="3486150" cy="4142779"/>
            <a:chOff x="4352925" y="2038647"/>
            <a:chExt cx="3486150" cy="4142779"/>
          </a:xfrm>
        </p:grpSpPr>
        <p:pic>
          <p:nvPicPr>
            <p:cNvPr id="119" name="Google Shape;119;p16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2038647"/>
              <a:ext cx="3486150" cy="41427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6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429172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6"/>
            <p:cNvSpPr txBox="1"/>
            <p:nvPr/>
          </p:nvSpPr>
          <p:spPr>
            <a:xfrm>
              <a:off x="4648200" y="3429297"/>
              <a:ext cx="1580197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6B6D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Dequeue</a:t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4648200" y="3972222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Queue ရဲ့ </a:t>
              </a:r>
              <a:r>
                <a:rPr lang="en-US" sz="1650" b="1" i="0" u="none" strike="noStrike" cap="none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အရှေ့ဆုံးမှာ (Front)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ရှိနေတဲ့ Data ကို ဖယ်ထုတ်ပြီး ယူသုံးတာကို ခေါ်ပါတယ်။ (လက်မှတ်ရလို့ ထွက်သွားခြင်း)</a:t>
              </a:r>
              <a:endParaRPr/>
            </a:p>
          </p:txBody>
        </p:sp>
        <p:pic>
          <p:nvPicPr>
            <p:cNvPr id="131" name="Google Shape;131;p16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10125" y="2591097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86D45AF-53EF-56AC-951D-7D3C10873977}"/>
              </a:ext>
            </a:extLst>
          </p:cNvPr>
          <p:cNvGrpSpPr/>
          <p:nvPr/>
        </p:nvGrpSpPr>
        <p:grpSpPr>
          <a:xfrm>
            <a:off x="8124825" y="2038647"/>
            <a:ext cx="3486150" cy="4142779"/>
            <a:chOff x="8124825" y="2038647"/>
            <a:chExt cx="3486150" cy="4142779"/>
          </a:xfrm>
        </p:grpSpPr>
        <p:pic>
          <p:nvPicPr>
            <p:cNvPr id="120" name="Google Shape;120;p16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2038647"/>
              <a:ext cx="3486150" cy="41427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429172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6"/>
            <p:cNvSpPr txBox="1"/>
            <p:nvPr/>
          </p:nvSpPr>
          <p:spPr>
            <a:xfrm>
              <a:off x="8420100" y="3429297"/>
              <a:ext cx="2010251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3. Peek / Front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8420100" y="3972222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အရှေ့ဆုံးမှာ ဘယ်သူရောက်နေလဲ (နောက်ထပ် ဘယ်သူ့အလှည့်လဲ) ဆိုတာကို </a:t>
              </a:r>
              <a:r>
                <a:rPr lang="en-US" sz="1650" b="1" i="0" u="none" strike="noStrike" cap="none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မဖယ်ထုတ်ဘဲ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ကြည့်ရုံသက်သက် ကြည့်တာကို ခေါ်ပါတယ်။</a:t>
              </a:r>
              <a:endParaRPr/>
            </a:p>
          </p:txBody>
        </p:sp>
        <p:pic>
          <p:nvPicPr>
            <p:cNvPr id="132" name="Google Shape;132;p16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53450" y="2591097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Queue ရဲ့ အဓိက လုပ်ဆောင်ချက် (၃) မျိုး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66739"/>
            <a:ext cx="58483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24199" y="3147714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074" y="3147714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3949" y="314771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581025"/>
            <a:ext cx="554069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Queue Visualization</a:t>
            </a:r>
            <a:endParaRPr dirty="0"/>
          </a:p>
        </p:txBody>
      </p:sp>
      <p:sp>
        <p:nvSpPr>
          <p:cNvPr id="146" name="Google Shape;146;p17"/>
          <p:cNvSpPr/>
          <p:nvPr/>
        </p:nvSpPr>
        <p:spPr>
          <a:xfrm>
            <a:off x="581025" y="2200275"/>
            <a:ext cx="52768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443662" y="4281189"/>
            <a:ext cx="5629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* 1 ကိုထုတ်လိုက်တဲ့အတွက် ယခု Front သည် 2 ဖြစ်သွားပါမည်။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919019" y="2642889"/>
            <a:ext cx="733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↑ Front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968930" y="2642889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97316"/>
                </a:solidFill>
                <a:latin typeface="Fira Code"/>
                <a:ea typeface="Fira Code"/>
                <a:cs typeface="Fira Code"/>
                <a:sym typeface="Fira Code"/>
              </a:rPr>
              <a:t>Rear ↑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14500" y="3356777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Out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9976122" y="3380655"/>
            <a:ext cx="46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In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254317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97316"/>
                </a:solidFill>
                <a:latin typeface="Fira Code"/>
                <a:ea typeface="Fira Code"/>
                <a:cs typeface="Fira Code"/>
                <a:sym typeface="Fira Code"/>
              </a:rPr>
              <a:t>queue.enqueue</a:t>
            </a:r>
            <a:r>
              <a:rPr lang="en-US" sz="1800" b="0" i="0" u="none" strike="noStrike" cap="none" dirty="0">
                <a:solidFill>
                  <a:srgbClr val="F97316"/>
                </a:solidFill>
                <a:latin typeface="Fira Code"/>
                <a:ea typeface="Fira Code"/>
                <a:cs typeface="Fira Code"/>
                <a:sym typeface="Fira Code"/>
              </a:rPr>
              <a:t>(1)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309934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Fira Code"/>
                <a:ea typeface="Fira Code"/>
                <a:cs typeface="Fira Code"/>
                <a:sym typeface="Fira Code"/>
              </a:rPr>
              <a:t>queue.enqueue(2)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3655516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Fira Code"/>
                <a:ea typeface="Fira Code"/>
                <a:cs typeface="Fira Code"/>
                <a:sym typeface="Fira Code"/>
              </a:rPr>
              <a:t>queue.enqueue(3)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4211687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queue.dequeue() → 1 ထွက်သွားမည်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9375" y="338107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04170" y="3381077"/>
            <a:ext cx="200025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EE774AC-33F7-63C0-9ADF-91F231D5D3E0}"/>
              </a:ext>
            </a:extLst>
          </p:cNvPr>
          <p:cNvGrpSpPr/>
          <p:nvPr/>
        </p:nvGrpSpPr>
        <p:grpSpPr>
          <a:xfrm>
            <a:off x="581025" y="5148857"/>
            <a:ext cx="5276850" cy="1386482"/>
            <a:chOff x="581025" y="5148857"/>
            <a:chExt cx="5276850" cy="1386482"/>
          </a:xfrm>
        </p:grpSpPr>
        <p:pic>
          <p:nvPicPr>
            <p:cNvPr id="144" name="Google Shape;144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81025" y="5148857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7"/>
            <p:cNvSpPr txBox="1"/>
            <p:nvPr/>
          </p:nvSpPr>
          <p:spPr>
            <a:xfrm>
              <a:off x="857250" y="5284927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Queue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အဝင်အထွက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ပေါက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၂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ဝင်ရင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Rear (</a:t>
              </a:r>
              <a:r>
                <a:rPr lang="en-US" sz="1650" b="1" i="0" u="none" strike="noStrike" cap="none" dirty="0" err="1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</a:t>
              </a:r>
              <a:r>
                <a:rPr lang="en-US" sz="1650" b="1" i="0" u="none" strike="noStrike" cap="none" dirty="0">
                  <a:solidFill>
                    <a:srgbClr val="F9731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ဝင်ပြီး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ထွက်ရင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Front (</a:t>
              </a:r>
              <a:r>
                <a:rPr lang="en-US" sz="1650" b="1" i="0" u="none" strike="noStrike" cap="none" dirty="0" err="1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</a:t>
              </a:r>
              <a:r>
                <a:rPr lang="en-US" sz="1650" b="1" i="0" u="none" strike="noStrike" cap="none" dirty="0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ထွက်ရပါတယ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581025" y="311338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(Big O)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1063825"/>
            <a:ext cx="11030100" cy="96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8"/>
          <p:cNvGraphicFramePr/>
          <p:nvPr>
            <p:extLst>
              <p:ext uri="{D42A27DB-BD31-4B8C-83A1-F6EECF244321}">
                <p14:modId xmlns:p14="http://schemas.microsoft.com/office/powerpoint/2010/main" val="2315212237"/>
              </p:ext>
            </p:extLst>
          </p:nvPr>
        </p:nvGraphicFramePr>
        <p:xfrm>
          <a:off x="650025" y="1500073"/>
          <a:ext cx="10891950" cy="3857850"/>
        </p:xfrm>
        <a:graphic>
          <a:graphicData uri="http://schemas.openxmlformats.org/drawingml/2006/table">
            <a:tbl>
              <a:tblPr>
                <a:noFill/>
                <a:tableStyleId>{A767B9BA-6395-467F-A1C2-BC24B4738678}</a:tableStyleId>
              </a:tblPr>
              <a:tblGrid>
                <a:gridCol w="363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lt1"/>
                          </a:solidFill>
                        </a:rPr>
                        <a:t>OPERATION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TIME COMPLEXITY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Enqueu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Rear Pointer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သိထားရင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နောက်ဆုံးကို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တိုက်ရိုက်ထည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့်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လို့ရလို့ပ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Dequeu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Front Pointer သိထားရင် အရှေ့ဆုံးကောင်ကို ချက်ချင်း ယူလို့ရလို့ပါ။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Peek / Front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Front ကို ချက်ချင်း ဖတ်လို့ရပါတယ်။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Search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အကုန်လုံးကို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အရှေ့ကနေ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တစ်ခုချင်း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ထုတ်ပြီးမ</a:t>
                      </a:r>
                      <a:r>
                        <a:rPr lang="en-US" sz="1650" dirty="0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ှ </a:t>
                      </a:r>
                      <a:r>
                        <a:rPr lang="en-US" sz="1650" dirty="0" err="1">
                          <a:solidFill>
                            <a:srgbClr val="D1D5DB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ရှာလို့ရ</a:t>
                      </a:r>
                      <a:endParaRPr sz="1650" dirty="0">
                        <a:solidFill>
                          <a:srgbClr val="D1D5DB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707" y="2136427"/>
            <a:ext cx="4411860" cy="394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0432" y="2136427"/>
            <a:ext cx="4411860" cy="39470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1389757" y="2536477"/>
            <a:ext cx="3611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LIFO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B2884B-BC85-6DE7-716C-AC1AD6DCFD22}"/>
              </a:ext>
            </a:extLst>
          </p:cNvPr>
          <p:cNvGrpSpPr/>
          <p:nvPr/>
        </p:nvGrpSpPr>
        <p:grpSpPr>
          <a:xfrm>
            <a:off x="1389757" y="3512593"/>
            <a:ext cx="3792300" cy="1961590"/>
            <a:chOff x="1389757" y="3512593"/>
            <a:chExt cx="3792300" cy="1961590"/>
          </a:xfrm>
        </p:grpSpPr>
        <p:pic>
          <p:nvPicPr>
            <p:cNvPr id="173" name="Google Shape;173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18140" y="3512593"/>
              <a:ext cx="116205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9"/>
            <p:cNvSpPr txBox="1"/>
            <p:nvPr/>
          </p:nvSpPr>
          <p:spPr>
            <a:xfrm>
              <a:off x="1389757" y="4146005"/>
              <a:ext cx="37923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06B6D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Last In, First Out</a:t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1389757" y="4574827"/>
              <a:ext cx="36117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အဝင်ရော အထွက်ရော ထိပ်ဆုံး (Top) ကနေပဲ လုပ်ပါတယ်။</a:t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1389757" y="5266283"/>
              <a:ext cx="3611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CA3AF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 - Undo (Ctrl+Z), Browser Back</a:t>
              </a:r>
              <a:endParaRPr/>
            </a:p>
          </p:txBody>
        </p:sp>
      </p:grpSp>
      <p:sp>
        <p:nvSpPr>
          <p:cNvPr id="179" name="Google Shape;179;p19"/>
          <p:cNvSpPr txBox="1"/>
          <p:nvPr/>
        </p:nvSpPr>
        <p:spPr>
          <a:xfrm>
            <a:off x="7190482" y="2536477"/>
            <a:ext cx="361176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FIFO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182B41-25B4-832D-F4D3-A6CEAA43814C}"/>
              </a:ext>
            </a:extLst>
          </p:cNvPr>
          <p:cNvGrpSpPr/>
          <p:nvPr/>
        </p:nvGrpSpPr>
        <p:grpSpPr>
          <a:xfrm>
            <a:off x="7190482" y="3393727"/>
            <a:ext cx="3792348" cy="2146846"/>
            <a:chOff x="7190482" y="3393727"/>
            <a:chExt cx="3792348" cy="2146846"/>
          </a:xfrm>
        </p:grpSpPr>
        <p:pic>
          <p:nvPicPr>
            <p:cNvPr id="174" name="Google Shape;174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190482" y="3393727"/>
              <a:ext cx="116205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9"/>
            <p:cNvSpPr txBox="1"/>
            <p:nvPr/>
          </p:nvSpPr>
          <p:spPr>
            <a:xfrm>
              <a:off x="7190482" y="4117627"/>
              <a:ext cx="3792348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9731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First In, First Out</a:t>
              </a:r>
              <a:endParaRPr dirty="0"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7190482" y="4574827"/>
              <a:ext cx="361176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အနောက် (Rear) က ဝင်ပြီး၊ အရှေ့ (Front) က ထွက်ပါတယ်။</a:t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7190482" y="5266283"/>
              <a:ext cx="361176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CA3AF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 - Printer, Customer Service</a:t>
              </a:r>
              <a:endParaRPr/>
            </a:p>
          </p:txBody>
        </p:sp>
      </p:grpSp>
      <p:sp>
        <p:nvSpPr>
          <p:cNvPr id="183" name="Google Shape;183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နဲ့ Queue ဘာကွာလဲ?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111E2E6-3C01-BACA-3169-45CE7D78019C}"/>
              </a:ext>
            </a:extLst>
          </p:cNvPr>
          <p:cNvGrpSpPr/>
          <p:nvPr/>
        </p:nvGrpSpPr>
        <p:grpSpPr>
          <a:xfrm>
            <a:off x="1809750" y="2187773"/>
            <a:ext cx="8572575" cy="1138089"/>
            <a:chOff x="1809750" y="2187773"/>
            <a:chExt cx="8572575" cy="1138089"/>
          </a:xfrm>
        </p:grpSpPr>
        <p:sp>
          <p:nvSpPr>
            <p:cNvPr id="190" name="Google Shape;190;p20"/>
            <p:cNvSpPr txBox="1"/>
            <p:nvPr/>
          </p:nvSpPr>
          <p:spPr>
            <a:xfrm>
              <a:off x="2333625" y="2187773"/>
              <a:ext cx="80487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ကိုသုံးရင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ြဿ</a:t>
              </a: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နာရှိတယ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Queue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Dequeue (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အရှေ့ကထုတ်ခြင်း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ဟာ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Index 0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ဖျက်တာနဲ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အတူတူပါပဲ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ဖျက်ပြီးရင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တစ်ခန်းချင်း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ရှေ့ရ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ွှ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ေ့ရလို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            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နှေးသွားပါတယ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93" name="Google Shape;193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09750" y="226367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075411" y="3144887"/>
              <a:ext cx="5143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1AD5E0-B3DF-1853-0090-C4DBB0687C6E}"/>
              </a:ext>
            </a:extLst>
          </p:cNvPr>
          <p:cNvGrpSpPr/>
          <p:nvPr/>
        </p:nvGrpSpPr>
        <p:grpSpPr>
          <a:xfrm>
            <a:off x="1809675" y="3622625"/>
            <a:ext cx="8572650" cy="1066800"/>
            <a:chOff x="1809675" y="3622625"/>
            <a:chExt cx="8572650" cy="1066800"/>
          </a:xfrm>
        </p:grpSpPr>
        <p:sp>
          <p:nvSpPr>
            <p:cNvPr id="191" name="Google Shape;191;p20"/>
            <p:cNvSpPr txBox="1"/>
            <p:nvPr/>
          </p:nvSpPr>
          <p:spPr>
            <a:xfrm>
              <a:off x="2333625" y="3622625"/>
              <a:ext cx="80487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Linked List သုံးခြင်းက ပိုကောင်းတယ်: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Linked List မှာ Front Pointer နဲ့ Rear Pointer ၂ ခု ထားလိုက်ရင်၊ ရှေ့က ထုတ်ထုတ်၊ နောက်က ထည့်ထည့် Data တွေ ရွှေ့စရာမလိုဘဲ           နဲ့ အလွန်မြန်ပါတယ်။</a:t>
              </a:r>
              <a:endParaRPr/>
            </a:p>
          </p:txBody>
        </p:sp>
        <p:pic>
          <p:nvPicPr>
            <p:cNvPr id="195" name="Google Shape;195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09675" y="3716982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54597" y="4143375"/>
              <a:ext cx="5143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Queue ကို ဘာနဲ့ တည်ဆောက်မလဲ?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59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ACAF8E-8AE8-D092-E0F2-4EB0BF5A8CEB}"/>
              </a:ext>
            </a:extLst>
          </p:cNvPr>
          <p:cNvGrpSpPr/>
          <p:nvPr/>
        </p:nvGrpSpPr>
        <p:grpSpPr>
          <a:xfrm>
            <a:off x="581025" y="2328262"/>
            <a:ext cx="3486150" cy="2621850"/>
            <a:chOff x="581025" y="1824030"/>
            <a:chExt cx="3486150" cy="2621850"/>
          </a:xfrm>
        </p:grpSpPr>
        <p:pic>
          <p:nvPicPr>
            <p:cNvPr id="205" name="Google Shape;205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025" y="1824030"/>
              <a:ext cx="3486150" cy="262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1"/>
            <p:cNvSpPr txBox="1"/>
            <p:nvPr/>
          </p:nvSpPr>
          <p:spPr>
            <a:xfrm>
              <a:off x="753903" y="2067562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9731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Printer Queue</a:t>
              </a:r>
              <a:endParaRPr dirty="0"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828675" y="2496187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ရုံးမှာ လူများစွာက Printer တစ်လုံးတည်းကို Print ထုတ်တဲ့အခါ၊ အရင်ဆုံး ပို့တဲ့သူရဲ့ စာရွက်ကို အရင်ဆုံး Print ထုတ်ပေးပါတယ်။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1A57593-DB0A-7B4B-8D81-BCD41E0080A1}"/>
              </a:ext>
            </a:extLst>
          </p:cNvPr>
          <p:cNvGrpSpPr/>
          <p:nvPr/>
        </p:nvGrpSpPr>
        <p:grpSpPr>
          <a:xfrm>
            <a:off x="4352925" y="2333746"/>
            <a:ext cx="3486150" cy="2621850"/>
            <a:chOff x="4352925" y="1824030"/>
            <a:chExt cx="3486150" cy="2621850"/>
          </a:xfrm>
        </p:grpSpPr>
        <p:pic>
          <p:nvPicPr>
            <p:cNvPr id="206" name="Google Shape;206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52925" y="1824030"/>
              <a:ext cx="3486150" cy="262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1"/>
            <p:cNvSpPr txBox="1"/>
            <p:nvPr/>
          </p:nvSpPr>
          <p:spPr>
            <a:xfrm>
              <a:off x="4525803" y="2067562"/>
              <a:ext cx="3140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9731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Call Center (Customer Support)</a:t>
              </a:r>
              <a:endParaRPr dirty="0"/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4600575" y="2829562"/>
              <a:ext cx="2991000" cy="14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Customer Service ကို ဖုန်းခေါ်ရင် "သင့်ရှေ့မှာ လူ ၃ ယောက် စောင့်နေပါတယ်" ဆိုတာ ဝင်လာတဲ့ အစီအစဉ်အတိုင်း Queue ထဲမှာ တန်းစီပေးထားတာပါ။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EA963A4-C749-63B0-F992-042D52211C27}"/>
              </a:ext>
            </a:extLst>
          </p:cNvPr>
          <p:cNvGrpSpPr/>
          <p:nvPr/>
        </p:nvGrpSpPr>
        <p:grpSpPr>
          <a:xfrm>
            <a:off x="8124825" y="2328262"/>
            <a:ext cx="3486150" cy="2621850"/>
            <a:chOff x="8124825" y="1824030"/>
            <a:chExt cx="3486150" cy="2621850"/>
          </a:xfrm>
        </p:grpSpPr>
        <p:pic>
          <p:nvPicPr>
            <p:cNvPr id="207" name="Google Shape;207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4825" y="1824030"/>
              <a:ext cx="3486150" cy="262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1"/>
            <p:cNvSpPr txBox="1"/>
            <p:nvPr/>
          </p:nvSpPr>
          <p:spPr>
            <a:xfrm>
              <a:off x="8297703" y="2067562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9731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CPU Task Scheduling</a:t>
              </a:r>
              <a:endParaRPr dirty="0"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8372475" y="2496187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Computer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အလုပ်တွေ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အများကြီး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ပြိုင်တူလုပ်ဖို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ဝင်လာတဲ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Tasks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Queue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ထဲထည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ပြီး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အစီအစဉ်တက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 </a:t>
              </a:r>
              <a:r>
                <a:rPr lang="en-US" sz="13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အလုပ်လုပ်ပေးပါတယ</a:t>
              </a:r>
              <a:r>
                <a:rPr lang="en-US" sz="13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214" name="Google Shape;214;p21"/>
          <p:cNvSpPr txBox="1"/>
          <p:nvPr/>
        </p:nvSpPr>
        <p:spPr>
          <a:xfrm>
            <a:off x="581025" y="46196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</a:t>
            </a: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သုံးလဲ</a:t>
            </a: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 (Real World Uses)</a:t>
            </a:r>
            <a:endParaRPr dirty="0"/>
          </a:p>
        </p:txBody>
      </p:sp>
      <p:sp>
        <p:nvSpPr>
          <p:cNvPr id="215" name="Google Shape;215;p21"/>
          <p:cNvSpPr/>
          <p:nvPr/>
        </p:nvSpPr>
        <p:spPr>
          <a:xfrm>
            <a:off x="581025" y="1481137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3">
          <a:extLst>
            <a:ext uri="{FF2B5EF4-FFF2-40B4-BE49-F238E27FC236}">
              <a16:creationId xmlns:a16="http://schemas.microsoft.com/office/drawing/2014/main" id="{0B3BE8F7-931C-3440-7893-8716640F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>
            <a:extLst>
              <a:ext uri="{FF2B5EF4-FFF2-40B4-BE49-F238E27FC236}">
                <a16:creationId xmlns:a16="http://schemas.microsoft.com/office/drawing/2014/main" id="{6BD6CBB6-CD93-1C22-6C26-652301E0A6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67F07E0E-CEFD-A439-C55B-D711F2E9966E}"/>
              </a:ext>
            </a:extLst>
          </p:cNvPr>
          <p:cNvSpPr txBox="1"/>
          <p:nvPr/>
        </p:nvSpPr>
        <p:spPr>
          <a:xfrm>
            <a:off x="581025" y="461962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Generate Binary Num using a Queue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78E8C-3B0F-6609-C5FD-B09E7A00DC47}"/>
              </a:ext>
            </a:extLst>
          </p:cNvPr>
          <p:cNvSpPr txBox="1"/>
          <p:nvPr/>
        </p:nvSpPr>
        <p:spPr>
          <a:xfrm>
            <a:off x="581025" y="968134"/>
            <a:ext cx="10838089" cy="5214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Description: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Given a number N, generate and return a list of the first N binary numbers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using a strictly Queue data structure (First-In, First-Out).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You must build them manually using a Queue!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Do not use Python's built-in `bin()` mathematical function!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N = 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["1", "10"]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N = 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["1", "10", "11", "100", "101"]</a:t>
            </a:r>
            <a:endParaRPr lang="en-TH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31824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36.4|29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|4.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1214</Words>
  <Application>Microsoft Macintosh PowerPoint</Application>
  <PresentationFormat>Widescreen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3</cp:revision>
  <dcterms:modified xsi:type="dcterms:W3CDTF">2026-04-06T15:47:02Z</dcterms:modified>
</cp:coreProperties>
</file>