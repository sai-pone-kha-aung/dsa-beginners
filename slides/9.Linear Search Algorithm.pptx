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Lato" panose="020F0502020204030203" pitchFamily="34" charset="77"/>
      <p:regular r:id="rId15"/>
      <p:bold r:id="rId16"/>
      <p:italic r:id="rId17"/>
      <p:boldItalic r:id="rId18"/>
    </p:embeddedFont>
    <p:embeddedFont>
      <p:font typeface="Noto Sans Myanmar" panose="020B0502040504020204" pitchFamily="34" charset="0"/>
      <p:regular r:id="rId19"/>
      <p:bold r:id="rId20"/>
    </p:embeddedFont>
    <p:embeddedFont>
      <p:font typeface="Poppins" pitchFamily="2" charset="77"/>
      <p:regular r:id="rId21"/>
      <p:bold r:id="rId22"/>
      <p:italic r:id="rId23"/>
      <p:boldItalic r:id="rId24"/>
    </p:embeddedFont>
    <p:embeddedFont>
      <p:font typeface="Poppins SemiBold" pitchFamily="2" charset="77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BD6FC8-EE4B-4525-96D1-8D64896F2F31}">
  <a:tblStyle styleId="{6DBD6FC8-EE4B-4525-96D1-8D64896F2F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670"/>
  </p:normalViewPr>
  <p:slideViewPr>
    <p:cSldViewPr snapToGrid="0">
      <p:cViewPr varScale="1">
        <p:scale>
          <a:sx n="117" d="100"/>
          <a:sy n="117" d="100"/>
        </p:scale>
        <p:origin x="11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504EF34-2484-D82F-85FC-6B3916BF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>
            <a:extLst>
              <a:ext uri="{FF2B5EF4-FFF2-40B4-BE49-F238E27FC236}">
                <a16:creationId xmlns:a16="http://schemas.microsoft.com/office/drawing/2014/main" id="{A5C196F8-B220-886E-CC8F-4943CD247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>
            <a:extLst>
              <a:ext uri="{FF2B5EF4-FFF2-40B4-BE49-F238E27FC236}">
                <a16:creationId xmlns:a16="http://schemas.microsoft.com/office/drawing/2014/main" id="{772DC6B9-2B3C-F9F9-2CFB-C24A2E592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403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504EF34-2484-D82F-85FC-6B3916BF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>
            <a:extLst>
              <a:ext uri="{FF2B5EF4-FFF2-40B4-BE49-F238E27FC236}">
                <a16:creationId xmlns:a16="http://schemas.microsoft.com/office/drawing/2014/main" id="{A5C196F8-B220-886E-CC8F-4943CD247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>
            <a:extLst>
              <a:ext uri="{FF2B5EF4-FFF2-40B4-BE49-F238E27FC236}">
                <a16:creationId xmlns:a16="http://schemas.microsoft.com/office/drawing/2014/main" id="{772DC6B9-2B3C-F9F9-2CFB-C24A2E592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698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12" y="2373204"/>
            <a:ext cx="9001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Searching</a:t>
            </a:r>
            <a:r>
              <a:rPr lang="en-US" sz="52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Algorithm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539579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2D3EE"/>
                </a:solidFill>
                <a:latin typeface="Fira Code"/>
                <a:ea typeface="Fira Code"/>
                <a:cs typeface="Fira Code"/>
                <a:sym typeface="Fira Code"/>
              </a:rPr>
              <a:t>[ Linear Search 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79833472-85E0-6C10-83CD-1F98949F31D3}"/>
              </a:ext>
            </a:extLst>
          </p:cNvPr>
          <p:cNvSpPr txBox="1"/>
          <p:nvPr/>
        </p:nvSpPr>
        <p:spPr>
          <a:xfrm>
            <a:off x="1809750" y="4053868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</a:t>
            </a:r>
            <a:r>
              <a:rPr lang="en-US" sz="1950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1377404"/>
            <a:ext cx="1143000" cy="571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5276" y="1720304"/>
            <a:ext cx="115815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ဘာကြောင့် - Search</a:t>
            </a:r>
            <a:endParaRPr sz="4800" b="1" i="0" u="none" strike="noStrike" cap="none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က အရေးကြီးတာလဲ?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57780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Google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စာရှာတာကနေစပြီး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ဖုန်းထဲမှာ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Contact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နာမည်ရှာတဲ့အထိ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App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တိုင်းမှာ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Search Feature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မပါမဖြစ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အရေးကြီးဆုံး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လုပ်ဆောင်ချက်တစ်ခု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1262230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Linear Search (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့) Sequential Search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ဆိုတာ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အစကနေ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အဆုံးထိ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တစ်ခုချင်းစီ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တိုက်စစ်သွားတဲ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နည်းလမ်းဖြစ်ပါတယ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45741B-0013-C5FB-158E-D32D8BC63D39}"/>
              </a:ext>
            </a:extLst>
          </p:cNvPr>
          <p:cNvGrpSpPr/>
          <p:nvPr/>
        </p:nvGrpSpPr>
        <p:grpSpPr>
          <a:xfrm>
            <a:off x="581025" y="5163145"/>
            <a:ext cx="5276850" cy="1386482"/>
            <a:chOff x="581025" y="5163145"/>
            <a:chExt cx="5276850" cy="1386482"/>
          </a:xfrm>
        </p:grpSpPr>
        <p:pic>
          <p:nvPicPr>
            <p:cNvPr id="101" name="Google Shape;10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163145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57250" y="5277443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အစဉ်လိုက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(Sorted)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ဖြစ်နေစရာ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မလိုပါဘူး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ဘယ်လိုပဲ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ရှုပ်ပွနေပါစေ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လိုက်ရှာပေးနိုင်ပါတယ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1540B4B-6E20-D9C3-06AE-BA5DE54B162F}"/>
              </a:ext>
            </a:extLst>
          </p:cNvPr>
          <p:cNvGrpSpPr/>
          <p:nvPr/>
        </p:nvGrpSpPr>
        <p:grpSpPr>
          <a:xfrm>
            <a:off x="581025" y="2632385"/>
            <a:ext cx="5276850" cy="1340643"/>
            <a:chOff x="581025" y="2632385"/>
            <a:chExt cx="5276850" cy="1340643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2632385"/>
              <a:ext cx="4752975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စာအုပ်ရှာသလိုပါပဲ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စာအုပ်စင်ပေ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"Harry Potter"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စာအုပ်ကို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ရှာချင်ရင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ဘယ်ဘက်အစွန်ဆုံး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စာအုပ်ကနေ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စပြီး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တစ်အုပ်ချင်းစီ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ဟုတ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်/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မဟုတ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လိုက်ဖတ်ပြီး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ရှာသလိုမျိုးပ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2763695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F511677-D0E8-17D7-6866-03A4B4486B16}"/>
              </a:ext>
            </a:extLst>
          </p:cNvPr>
          <p:cNvGrpSpPr/>
          <p:nvPr/>
        </p:nvGrpSpPr>
        <p:grpSpPr>
          <a:xfrm>
            <a:off x="581025" y="4254698"/>
            <a:ext cx="5276850" cy="670321"/>
            <a:chOff x="581025" y="4254698"/>
            <a:chExt cx="5276850" cy="670321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104900" y="4254698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အခြေခံအကျဆုံး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စဉ်းစားရတာ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အလွယ်ကူဆုံးနဲ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အရိုးရှင်းဆုံး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Algorithm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4386007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5"/>
          <p:cNvSpPr txBox="1"/>
          <p:nvPr/>
        </p:nvSpPr>
        <p:spPr>
          <a:xfrm>
            <a:off x="581025" y="373271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Linear Search ဆိုတာ ဘာလဲ?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1137046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Linear Search ဆိုတာ ဘာလဲ?&#10;Linear Search (သို့) Sequential Search ဆိုတာ Data တွေကို အစကနေ အဆုံးထိ တစ်ခုချင်းစီ တိုက်စစ်သွားတဲ့ နည်းလမ်းဖြစ်ပါတယ်။&#10;စာအုပ်ရှာသလိုပါပဲ: စာအုပ်စင်ပေါ်မှာ &quot;Harry Potter&quot; စာအုပ်ကို ရှာချင်ရင်၊ ဘယ်ဘက်အစွန်ဆုံး စာအုပ်ကနေ စပြီး တစ်အုပ်ချင်းစီ ဟုတ်/မဟုတ် လိုက်ဖတ်ပြီး ရှာသလိုမျိုးပါ။&#10;အခြေခံအကျဆုံး: စဉ်းစားရတာ အလွယ်ကူဆုံးနဲ့ အရိုးရှင်းဆုံး Algorithm ဖြစ်ပါတယ်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7275" y="14799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750" y="23633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3500" y="23633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3633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000" y="23633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3750" y="23633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" y="3411140"/>
            <a:ext cx="5276850" cy="3171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34125" y="3411140"/>
            <a:ext cx="5276850" cy="317122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1637704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Target:            ကို ရှာမယ်ဆိုပါစို့။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87778" y="1630883"/>
            <a:ext cx="397479" cy="40973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71550" y="4452726"/>
            <a:ext cx="4495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Array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ပထမဆုံး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အခန်း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(Index 0)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ကနေ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စတင်ပါတယ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လက်ရှိဂဏန်းနဲ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ကိုယ်ရှာချင်တဲ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ဂဏန်း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(Target)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တူ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/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မတူ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စစ်ဆေးပါတယ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6724650" y="3830240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Compare &amp; Move Next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4373165"/>
            <a:ext cx="449580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မတူရင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နောက်တစ်ခန်းကို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ဆက်သွားပါတယ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တူသွားရင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အဲ့ဒီ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Index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Return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ပြန်ပေးပြီး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ရပ်လိုက်ပါတယ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Array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အဆုံးထိ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ရောက်တဲ့အထိ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မတွေ့ရင်တော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-1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သို့မဟုတ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Not Found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ပြန်ပေးပါတယ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971550" y="3830251"/>
            <a:ext cx="4720500" cy="323100"/>
            <a:chOff x="971550" y="4165401"/>
            <a:chExt cx="4720500" cy="323100"/>
          </a:xfrm>
        </p:grpSpPr>
        <p:sp>
          <p:nvSpPr>
            <p:cNvPr id="129" name="Google Shape;129;p16"/>
            <p:cNvSpPr txBox="1"/>
            <p:nvPr/>
          </p:nvSpPr>
          <p:spPr>
            <a:xfrm>
              <a:off x="971550" y="4165401"/>
              <a:ext cx="4720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Start from Index 0</a:t>
              </a:r>
              <a:endParaRPr dirty="0"/>
            </a:p>
          </p:txBody>
        </p:sp>
        <p:pic>
          <p:nvPicPr>
            <p:cNvPr id="130" name="Google Shape;130;p16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971550" y="4203698"/>
              <a:ext cx="200025" cy="26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724650" y="388739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360779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ဘယ်လို အလုပ်လုပ်လဲ? (Step by Step)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1294804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24508" y="4557712"/>
            <a:ext cx="20764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13" y="2416975"/>
            <a:ext cx="49635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O(n)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115942" y="2361604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အဆိုးဆုံး အခြေအနေ (Worst Case)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115942" y="3085504"/>
            <a:ext cx="5495032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ကိုယ်ရှာတဲ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Data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အနောက်ဆုံးမှာ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ရှိနေရင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သို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့)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လုံးဝ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မပါဝင်ဘူးဆိုရင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Array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အခန်းအရေအတွက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(n)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အတိုင်း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အကြိမ်ရေ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အပြည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ပတ်ရှာရပါမယ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143" name="Google Shape;143;p17"/>
          <p:cNvGrpSpPr/>
          <p:nvPr/>
        </p:nvGrpSpPr>
        <p:grpSpPr>
          <a:xfrm>
            <a:off x="6115942" y="4744961"/>
            <a:ext cx="5495032" cy="1532013"/>
            <a:chOff x="6115942" y="4281486"/>
            <a:chExt cx="5495032" cy="1532013"/>
          </a:xfrm>
        </p:grpSpPr>
        <p:pic>
          <p:nvPicPr>
            <p:cNvPr id="144" name="Google Shape;144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15942" y="4281486"/>
              <a:ext cx="5495032" cy="1532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7"/>
            <p:cNvSpPr txBox="1"/>
            <p:nvPr/>
          </p:nvSpPr>
          <p:spPr>
            <a:xfrm>
              <a:off x="6392167" y="4409524"/>
              <a:ext cx="49806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၁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သန်း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ရှိရင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အဆိုးဆုံး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အခြေအနေမှာ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၁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သန်းခ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တိုက်စစ်ရပါမယ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ဒါကြောင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Input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များလာတာနဲ့အမ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ျှ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ကြာချိန်က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အချိုးက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 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O(n)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မြင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တက်လာပါတယ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146" name="Google Shape;146;p17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Complexity (အချိန်ယူမှု) ⏱️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590550" y="2576512"/>
            <a:ext cx="20145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2605087" y="2576512"/>
            <a:ext cx="21669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772025" y="2576512"/>
            <a:ext cx="682942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90550" y="3919537"/>
            <a:ext cx="20145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605087" y="3919537"/>
            <a:ext cx="21669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772025" y="3919537"/>
            <a:ext cx="682942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90550" y="5262562"/>
            <a:ext cx="20145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605087" y="5262562"/>
            <a:ext cx="2166937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772025" y="5262562"/>
            <a:ext cx="682942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81025" y="386250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Case</a:t>
            </a:r>
            <a:endParaRPr dirty="0"/>
          </a:p>
        </p:txBody>
      </p:sp>
      <p:sp>
        <p:nvSpPr>
          <p:cNvPr id="163" name="Google Shape;163;p18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8"/>
          <p:cNvGraphicFramePr/>
          <p:nvPr>
            <p:extLst>
              <p:ext uri="{D42A27DB-BD31-4B8C-83A1-F6EECF244321}">
                <p14:modId xmlns:p14="http://schemas.microsoft.com/office/powerpoint/2010/main" val="851112402"/>
              </p:ext>
            </p:extLst>
          </p:nvPr>
        </p:nvGraphicFramePr>
        <p:xfrm>
          <a:off x="590550" y="1447888"/>
          <a:ext cx="11029950" cy="3771780"/>
        </p:xfrm>
        <a:graphic>
          <a:graphicData uri="http://schemas.openxmlformats.org/drawingml/2006/table">
            <a:tbl>
              <a:tblPr>
                <a:noFill/>
                <a:tableStyleId>{6DBD6FC8-EE4B-4525-96D1-8D64896F2F31}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</a:rPr>
                        <a:t>Case</a:t>
                      </a:r>
                      <a:endParaRPr sz="18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</a:rPr>
                        <a:t>Time Complexity</a:t>
                      </a:r>
                      <a:endParaRPr sz="18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Best Case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lt1"/>
                          </a:solidFill>
                        </a:rPr>
                        <a:t>O(1)</a:t>
                      </a:r>
                      <a:endParaRPr sz="16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ကိုယ်ရှာတဲ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ဂဏန်းက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1" dirty="0" err="1">
                          <a:solidFill>
                            <a:srgbClr val="F8FAFC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ပထမဆုံး</a:t>
                      </a: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1" dirty="0" err="1">
                          <a:solidFill>
                            <a:srgbClr val="F8FAFC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အခန်းမှာတင</a:t>
                      </a: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တွေ့သွားတဲ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အခြေအနေပ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ချက်ချင်း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အဖြေထွက်ပါတယ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Average Case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O(n)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အလယ်လောက်မှာ တွေ့တဲ့ အခြေအနေပါ။ (သင်္ချာအရ n/2 ဖြစ်ပေမယ့် Big O အရ O(n) လို့ပဲ သတ်မှတ်ပါတယ်)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Worst Case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1"/>
                          </a:solidFill>
                        </a:rPr>
                        <a:t>O(n)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အနောက်ဆုံးမှာ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ရှိနေတာ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(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သို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့) </a:t>
                      </a:r>
                      <a:r>
                        <a:rPr lang="en-US" sz="1650" b="1" dirty="0" err="1">
                          <a:solidFill>
                            <a:srgbClr val="F8FAFC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လုံးဝ</a:t>
                      </a: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1" dirty="0" err="1">
                          <a:solidFill>
                            <a:srgbClr val="F8FAFC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ရှာမတွေ့တာ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။ Array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တစ်ခုလုံးကို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အကုန်ပတ်ရှာလိုက်ရတဲ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</a:t>
                      </a:r>
                      <a:r>
                        <a:rPr lang="en-US" sz="1650" dirty="0" err="1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အခြေအနေပ</a:t>
                      </a:r>
                      <a:r>
                        <a:rPr lang="en-US" sz="1650" dirty="0">
                          <a:solidFill>
                            <a:srgbClr val="CBD5E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52910"/>
            <a:ext cx="5372100" cy="4514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852910"/>
            <a:ext cx="5372100" cy="4514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27201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876300" y="3272135"/>
            <a:ext cx="249031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Pros (အားသာချက်)</a:t>
            </a:r>
            <a:endParaRPr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227201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6534150" y="3272135"/>
            <a:ext cx="275034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 (အားနည်းချက်)</a:t>
            </a:r>
            <a:endParaRPr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6800" y="2433935"/>
            <a:ext cx="381000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1DA4DB5-70FB-D5B0-200A-473FB81D2BA2}"/>
              </a:ext>
            </a:extLst>
          </p:cNvPr>
          <p:cNvGrpSpPr/>
          <p:nvPr/>
        </p:nvGrpSpPr>
        <p:grpSpPr>
          <a:xfrm>
            <a:off x="981075" y="4006921"/>
            <a:ext cx="4676775" cy="410526"/>
            <a:chOff x="981075" y="4148435"/>
            <a:chExt cx="4676775" cy="410526"/>
          </a:xfrm>
        </p:grpSpPr>
        <p:sp>
          <p:nvSpPr>
            <p:cNvPr id="177" name="Google Shape;177;p19"/>
            <p:cNvSpPr txBox="1"/>
            <p:nvPr/>
          </p:nvSpPr>
          <p:spPr>
            <a:xfrm>
              <a:off x="981075" y="4225586"/>
              <a:ext cx="857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•</a:t>
              </a:r>
              <a:endParaRPr dirty="0"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1066800" y="4148435"/>
              <a:ext cx="4591050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ရေးရတာ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အရမ်းလွယ်ကူ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ရိုးရှင်းပါတယ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64F8B68-0C51-B5C3-4B11-7AFE67CB1948}"/>
              </a:ext>
            </a:extLst>
          </p:cNvPr>
          <p:cNvGrpSpPr/>
          <p:nvPr/>
        </p:nvGrpSpPr>
        <p:grpSpPr>
          <a:xfrm>
            <a:off x="981075" y="4396508"/>
            <a:ext cx="4676775" cy="1005482"/>
            <a:chOff x="981075" y="4483596"/>
            <a:chExt cx="4676775" cy="1005482"/>
          </a:xfrm>
        </p:grpSpPr>
        <p:sp>
          <p:nvSpPr>
            <p:cNvPr id="179" name="Google Shape;179;p19"/>
            <p:cNvSpPr txBox="1"/>
            <p:nvPr/>
          </p:nvSpPr>
          <p:spPr>
            <a:xfrm>
              <a:off x="981075" y="4560747"/>
              <a:ext cx="857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•</a:t>
              </a:r>
              <a:endParaRPr dirty="0"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1066800" y="4483596"/>
              <a:ext cx="459105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အစဉ်လိုက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(Sorted)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ဖြစ်နေစရာ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မလိုပါဘူး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ဘယ်လိုပဲ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ရှုပ်ပွနေပါစေ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အလုပ်လုပ်ပါတယ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927742-7984-37B7-59E9-DA9DB65F652E}"/>
              </a:ext>
            </a:extLst>
          </p:cNvPr>
          <p:cNvGrpSpPr/>
          <p:nvPr/>
        </p:nvGrpSpPr>
        <p:grpSpPr>
          <a:xfrm>
            <a:off x="981075" y="5565278"/>
            <a:ext cx="4676925" cy="410527"/>
            <a:chOff x="981075" y="5565278"/>
            <a:chExt cx="4676925" cy="410527"/>
          </a:xfrm>
        </p:grpSpPr>
        <p:sp>
          <p:nvSpPr>
            <p:cNvPr id="181" name="Google Shape;181;p19"/>
            <p:cNvSpPr txBox="1"/>
            <p:nvPr/>
          </p:nvSpPr>
          <p:spPr>
            <a:xfrm>
              <a:off x="981075" y="5642430"/>
              <a:ext cx="857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•</a:t>
              </a:r>
              <a:endParaRPr dirty="0"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1066800" y="5565278"/>
              <a:ext cx="45912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Memory အပို ထပ်မလိုပါဘူး </a:t>
              </a:r>
              <a:r>
                <a:rPr lang="en-US" sz="1650" b="1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Space O(1) </a:t>
              </a:r>
              <a:r>
                <a:rPr lang="en-US" sz="165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>
                <a:latin typeface="Noto Sans Myanmar"/>
                <a:ea typeface="Noto Sans Myanmar"/>
                <a:cs typeface="Noto Sans Myanmar"/>
                <a:sym typeface="Noto Sans Myanmar"/>
              </a:endParaRPr>
            </a:p>
          </p:txBody>
        </p:sp>
      </p:grpSp>
      <p:pic>
        <p:nvPicPr>
          <p:cNvPr id="183" name="Google Shape;18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96075" y="2433935"/>
            <a:ext cx="438150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840405F-CD1F-31FE-933F-C05024F676FF}"/>
              </a:ext>
            </a:extLst>
          </p:cNvPr>
          <p:cNvGrpSpPr/>
          <p:nvPr/>
        </p:nvGrpSpPr>
        <p:grpSpPr>
          <a:xfrm>
            <a:off x="6638925" y="4072234"/>
            <a:ext cx="4676775" cy="670321"/>
            <a:chOff x="6638925" y="4148435"/>
            <a:chExt cx="4676775" cy="670321"/>
          </a:xfrm>
        </p:grpSpPr>
        <p:sp>
          <p:nvSpPr>
            <p:cNvPr id="184" name="Google Shape;184;p19"/>
            <p:cNvSpPr txBox="1"/>
            <p:nvPr/>
          </p:nvSpPr>
          <p:spPr>
            <a:xfrm>
              <a:off x="6638925" y="4192930"/>
              <a:ext cx="857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•</a:t>
              </a:r>
              <a:endParaRPr dirty="0"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6724650" y="4148435"/>
              <a:ext cx="459105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အရေအတွက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များလာရင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အရမ်းကို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နှေးကွေးသွားပါတယ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152F15-59AC-644E-F6A5-90C8F22E250C}"/>
              </a:ext>
            </a:extLst>
          </p:cNvPr>
          <p:cNvGrpSpPr/>
          <p:nvPr/>
        </p:nvGrpSpPr>
        <p:grpSpPr>
          <a:xfrm>
            <a:off x="6638925" y="4818757"/>
            <a:ext cx="4676775" cy="670321"/>
            <a:chOff x="6638925" y="4818757"/>
            <a:chExt cx="4676775" cy="670321"/>
          </a:xfrm>
        </p:grpSpPr>
        <p:sp>
          <p:nvSpPr>
            <p:cNvPr id="186" name="Google Shape;186;p19"/>
            <p:cNvSpPr txBox="1"/>
            <p:nvPr/>
          </p:nvSpPr>
          <p:spPr>
            <a:xfrm>
              <a:off x="6638925" y="4863252"/>
              <a:ext cx="857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•</a:t>
              </a:r>
              <a:endParaRPr dirty="0"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6724650" y="4818757"/>
              <a:ext cx="459105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7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ဥပမာ Data ၁ သန်းမှာ နောက်ဆုံး ၁ ခုကို ရှာချင်ရင် ၁ သန်းခါတိတိ စစ်ရမှာ ဖြစ်လို့ အချိန်ကုန်ပါတယ်။</a:t>
              </a:r>
              <a:endParaRPr/>
            </a:p>
          </p:txBody>
        </p:sp>
      </p:grpSp>
      <p:sp>
        <p:nvSpPr>
          <p:cNvPr id="188" name="Google Shape;188;p19"/>
          <p:cNvSpPr txBox="1"/>
          <p:nvPr/>
        </p:nvSpPr>
        <p:spPr>
          <a:xfrm>
            <a:off x="581025" y="49083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အားသာချက် နှင့် အားနည်းချက်များ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81025" y="151001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20"/>
          <p:cNvGrpSpPr/>
          <p:nvPr/>
        </p:nvGrpSpPr>
        <p:grpSpPr>
          <a:xfrm>
            <a:off x="581025" y="2624494"/>
            <a:ext cx="3486150" cy="2057850"/>
            <a:chOff x="581025" y="1990725"/>
            <a:chExt cx="3486150" cy="2057850"/>
          </a:xfrm>
        </p:grpSpPr>
        <p:pic>
          <p:nvPicPr>
            <p:cNvPr id="196" name="Google Shape;196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1990725"/>
              <a:ext cx="3486150" cy="205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0"/>
            <p:cNvSpPr txBox="1"/>
            <p:nvPr/>
          </p:nvSpPr>
          <p:spPr>
            <a:xfrm>
              <a:off x="753903" y="2158575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Small Datasets</a:t>
              </a:r>
              <a:endParaRPr/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828675" y="2587200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အရေအတွက် နည်းတဲ့အခါ (ဥပမာ Item ၁၀၀ အောက်) မှာဆိုရင် Linear Search က လုံလောက်စွာ မြန်ဆန်ပါတယ်။</a:t>
              </a:r>
              <a:endParaRPr/>
            </a:p>
          </p:txBody>
        </p:sp>
      </p:grpSp>
      <p:grpSp>
        <p:nvGrpSpPr>
          <p:cNvPr id="199" name="Google Shape;199;p20"/>
          <p:cNvGrpSpPr/>
          <p:nvPr/>
        </p:nvGrpSpPr>
        <p:grpSpPr>
          <a:xfrm>
            <a:off x="4352925" y="2624494"/>
            <a:ext cx="3486150" cy="2057850"/>
            <a:chOff x="4352925" y="1990725"/>
            <a:chExt cx="3486150" cy="2057850"/>
          </a:xfrm>
        </p:grpSpPr>
        <p:pic>
          <p:nvPicPr>
            <p:cNvPr id="200" name="Google Shape;200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1990725"/>
              <a:ext cx="3486150" cy="205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0"/>
            <p:cNvSpPr txBox="1"/>
            <p:nvPr/>
          </p:nvSpPr>
          <p:spPr>
            <a:xfrm>
              <a:off x="4525803" y="2158575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Unsorted Data</a:t>
              </a: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4600575" y="2587200"/>
              <a:ext cx="2991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တွေက အကြီး/အငယ် အစဉ်လိုက် စီမထားတဲ့ အခြေအနေမျိုးမှာ ဒီနည်းလမ်းကိုပဲ မဖြစ်မနေ သုံးရပါတယ်။</a:t>
              </a:r>
              <a:endParaRPr/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8124825" y="2624494"/>
            <a:ext cx="3486150" cy="2057850"/>
            <a:chOff x="8124825" y="1990725"/>
            <a:chExt cx="3486150" cy="2057850"/>
          </a:xfrm>
        </p:grpSpPr>
        <p:pic>
          <p:nvPicPr>
            <p:cNvPr id="204" name="Google Shape;204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1990725"/>
              <a:ext cx="3486150" cy="205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0"/>
            <p:cNvSpPr txBox="1"/>
            <p:nvPr/>
          </p:nvSpPr>
          <p:spPr>
            <a:xfrm>
              <a:off x="8297703" y="2158575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Simple Tasks</a:t>
              </a:r>
              <a:endParaRPr/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8372475" y="2587200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ရှုပ်ထွေးတဲ့ Algorithm တွေ ရေးမနေချင်ဘူး၊ ရိုးရိုးရှင်းရှင်းနဲ့ အဖြေထွက်ချင်တဲ့ နေရာလေးတွေမှာ သုံးပါတယ်။</a:t>
              </a:r>
              <a:endParaRPr/>
            </a:p>
          </p:txBody>
        </p:sp>
      </p:grpSp>
      <p:sp>
        <p:nvSpPr>
          <p:cNvPr id="207" name="Google Shape;207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ဘယ်အချိန်မှာ သုံးသင့်လဲ? 🤔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id="{05C05096-A8A4-4BF2-FDE7-5804FAD7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>
            <a:extLst>
              <a:ext uri="{FF2B5EF4-FFF2-40B4-BE49-F238E27FC236}">
                <a16:creationId xmlns:a16="http://schemas.microsoft.com/office/drawing/2014/main" id="{B0AEABFC-F13B-208B-2ED6-B710E8C3AD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>
            <a:extLst>
              <a:ext uri="{FF2B5EF4-FFF2-40B4-BE49-F238E27FC236}">
                <a16:creationId xmlns:a16="http://schemas.microsoft.com/office/drawing/2014/main" id="{19A4B704-6C4F-A3B7-6927-5C2430630321}"/>
              </a:ext>
            </a:extLst>
          </p:cNvPr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Count Occurrences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62EA2-F778-23A3-DEA1-6382E673C861}"/>
              </a:ext>
            </a:extLst>
          </p:cNvPr>
          <p:cNvSpPr txBox="1"/>
          <p:nvPr/>
        </p:nvSpPr>
        <p:spPr>
          <a:xfrm>
            <a:off x="581024" y="1330397"/>
            <a:ext cx="750706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Description: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Given an unsorted array of integers `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arr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` and a `target` integer, return the 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total number of times the `target` appears in the array.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If the `target` does not exist in the array at all, return 0.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</a:br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arr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[1, 5, 3, 5, 2, 5], target = 5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3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Explanation: The number 5 appears exactly three times in the array.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2: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arr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[10, 20, 30], target = 99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0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Explanation: The number 99 is not in the array.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3: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arr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[7, 7, 7, 7], target = 7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4</a:t>
            </a:r>
          </a:p>
        </p:txBody>
      </p:sp>
    </p:spTree>
    <p:extLst>
      <p:ext uri="{BB962C8B-B14F-4D97-AF65-F5344CB8AC3E}">
        <p14:creationId xmlns:p14="http://schemas.microsoft.com/office/powerpoint/2010/main" val="203147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id="{05C05096-A8A4-4BF2-FDE7-5804FAD7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>
            <a:extLst>
              <a:ext uri="{FF2B5EF4-FFF2-40B4-BE49-F238E27FC236}">
                <a16:creationId xmlns:a16="http://schemas.microsoft.com/office/drawing/2014/main" id="{B0AEABFC-F13B-208B-2ED6-B710E8C3AD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>
            <a:extLst>
              <a:ext uri="{FF2B5EF4-FFF2-40B4-BE49-F238E27FC236}">
                <a16:creationId xmlns:a16="http://schemas.microsoft.com/office/drawing/2014/main" id="{19A4B704-6C4F-A3B7-6927-5C2430630321}"/>
              </a:ext>
            </a:extLst>
          </p:cNvPr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Count Occurrences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62EA2-F778-23A3-DEA1-6382E673C861}"/>
              </a:ext>
            </a:extLst>
          </p:cNvPr>
          <p:cNvSpPr txBox="1"/>
          <p:nvPr/>
        </p:nvSpPr>
        <p:spPr>
          <a:xfrm>
            <a:off x="581024" y="1330397"/>
            <a:ext cx="75070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arr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[1, 5, 3, 5, 2, 5], target = 5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3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Explanation: The number 5 appears exactly three times in the array.</a:t>
            </a:r>
          </a:p>
        </p:txBody>
      </p:sp>
    </p:spTree>
    <p:extLst>
      <p:ext uri="{BB962C8B-B14F-4D97-AF65-F5344CB8AC3E}">
        <p14:creationId xmlns:p14="http://schemas.microsoft.com/office/powerpoint/2010/main" val="17227990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7.6|7|26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6|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|1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17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15|9.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1301</Words>
  <Application>Microsoft Macintosh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5</cp:revision>
  <dcterms:modified xsi:type="dcterms:W3CDTF">2026-04-06T15:47:51Z</dcterms:modified>
</cp:coreProperties>
</file>