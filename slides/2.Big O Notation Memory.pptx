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Lato" panose="020F0502020204030203" pitchFamily="34" charset="77"/>
      <p:regular r:id="rId17"/>
      <p:bold r:id="rId18"/>
      <p:italic r:id="rId19"/>
      <p:boldItalic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70"/>
  </p:normalViewPr>
  <p:slideViewPr>
    <p:cSldViewPr snapToGrid="0">
      <p:cViewPr varScale="1">
        <p:scale>
          <a:sx n="117" d="100"/>
          <a:sy n="117" d="100"/>
        </p:scale>
        <p:origin x="91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e81778f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d7e81778f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20453" y="2428875"/>
            <a:ext cx="8751093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Big O Notation &amp; </a:t>
            </a:r>
            <a:r>
              <a:rPr lang="en-US" sz="5250" b="1" i="0" u="none" strike="noStrike" cap="none">
                <a:solidFill>
                  <a:srgbClr val="7EE787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9E223617-87C0-86EC-2A1F-A7372FE72FE3}"/>
              </a:ext>
            </a:extLst>
          </p:cNvPr>
          <p:cNvSpPr txBox="1"/>
          <p:nvPr/>
        </p:nvSpPr>
        <p:spPr>
          <a:xfrm>
            <a:off x="1809749" y="3556350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- 2 ]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695575"/>
            <a:ext cx="5276850" cy="2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695575"/>
            <a:ext cx="5276850" cy="27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59154" y="3086100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(</a:t>
            </a:r>
            <a:r>
              <a:rPr lang="en-US" sz="2250" b="0" i="0" u="none" strike="noStrike" cap="none" dirty="0" err="1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အချိန</a:t>
            </a:r>
            <a:r>
              <a:rPr lang="en-US" sz="2250" b="0" i="0" u="none" strike="noStrike" cap="none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်)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366712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App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တစ်ခုကို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ဖွင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လိုက်တဲ့အခ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ါ Loading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ကြာနေရင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User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စိတ်မရှည်ပါဘူး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။ Program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တစ်ခု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အလုပ်လုပ်ဖို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ကြာချိန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1" i="0" u="none" strike="noStrike" cap="none" dirty="0">
                <a:solidFill>
                  <a:srgbClr val="58A6FF"/>
                </a:solidFill>
                <a:latin typeface="Lato"/>
                <a:ea typeface="Lato"/>
                <a:cs typeface="Lato"/>
                <a:sym typeface="Lato"/>
              </a:rPr>
              <a:t>Time Complexity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ဟာ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အလွန်အရေးကြီးပါတယ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612255" y="3086100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Space (နေရာ)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66712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ဖုန်း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Memory (RAM)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ပြည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သွားရင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ဖုန်းဟန်းသွားတတ်ပါတယ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 Program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တစ်ခုက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Memory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ဘယ်လောက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စားသလဲဆိုတဲ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500" b="1" i="0" u="none" strike="noStrike" cap="none" dirty="0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Space Complexity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ကိုလည်း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ထည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စဉ်းစားရပါမယ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ဘာကြောင့် Program အမြန်နှုန်းကို တိုင်းဖို့လိုတာလဲ?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5524500" y="2337494"/>
            <a:ext cx="11430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75547" y="2661344"/>
            <a:ext cx="724090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What is Big O Notation?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762250" y="3709094"/>
            <a:ext cx="6667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Big O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ဆိုတာ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ကိန်းဂဏန်း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(Input)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အရေအတွက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များလာတာနဲ့အမ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ျှ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ကိုယ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ရဲ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Code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အလုပ်လုပ်ဖို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အချိန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(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သို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့)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နေရာ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ဘယ်လောက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ပိုယူသွားမလဲဆိုတာကို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တိုင်းတာတဲ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ပေတံတစ်ခု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ဖြစ်ပါတယ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46291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Input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အရေအတွက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ဘယ်လောက်များများ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၊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ကြာတဲ့အချိန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လုံးဝမပြောင်းလဲရင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1" i="0" u="none" strike="noStrike" cap="none" dirty="0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O(1)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လို့ခေ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ါ်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 (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အမြန်ဆုံး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အခြေအနေ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847725" y="2695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47725" y="3000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E3DB55-93D8-33B0-054A-CE34459F6FAF}"/>
              </a:ext>
            </a:extLst>
          </p:cNvPr>
          <p:cNvGrpSpPr/>
          <p:nvPr/>
        </p:nvGrpSpPr>
        <p:grpSpPr>
          <a:xfrm>
            <a:off x="581025" y="2238375"/>
            <a:ext cx="5276850" cy="1371600"/>
            <a:chOff x="581025" y="2238375"/>
            <a:chExt cx="5276850" cy="1371600"/>
          </a:xfrm>
        </p:grpSpPr>
        <p:sp>
          <p:nvSpPr>
            <p:cNvPr id="113" name="Google Shape;113;p16"/>
            <p:cNvSpPr txBox="1"/>
            <p:nvPr/>
          </p:nvSpPr>
          <p:spPr>
            <a:xfrm>
              <a:off x="581025" y="2238375"/>
              <a:ext cx="5276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စာအုပ်စင်တစ်ခုမှာ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စာအုပ်တွေ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အများကြီးရှိတယ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962025" y="2695575"/>
              <a:ext cx="4895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အပေ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ဆုံးက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စာအုပ်ကို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ယူပါဆိုရင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ချက်ချင်းယူလို့ရပါတယ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962025" y="3000375"/>
              <a:ext cx="48958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စာအုပ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၁၀ </a:t>
              </a:r>
              <a:r>
                <a:rPr lang="en-US" sz="1500" b="1" i="0" u="none" strike="noStrike" cap="none" dirty="0" err="1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အုပ</a:t>
              </a:r>
              <a:r>
                <a:rPr lang="en-US" sz="150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်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ရှိရှိ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၊ </a:t>
              </a:r>
              <a:r>
                <a:rPr lang="en-US" sz="150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၁၀၀၀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ရှိရှိ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အပေ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ဆုံးစာအုပ်ကို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ယူဖို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ကြာချိန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အတူတူပါပဲ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။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7E7EBD0-75BD-907C-7BDD-017BE0AF0C10}"/>
              </a:ext>
            </a:extLst>
          </p:cNvPr>
          <p:cNvGrpSpPr/>
          <p:nvPr/>
        </p:nvGrpSpPr>
        <p:grpSpPr>
          <a:xfrm>
            <a:off x="581025" y="3857625"/>
            <a:ext cx="1504205" cy="676275"/>
            <a:chOff x="581025" y="3857625"/>
            <a:chExt cx="1504205" cy="676275"/>
          </a:xfrm>
        </p:grpSpPr>
        <p:pic>
          <p:nvPicPr>
            <p:cNvPr id="112" name="Google Shape;112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3857625"/>
              <a:ext cx="1504205" cy="676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4095750"/>
              <a:ext cx="913655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0" name="Google Shape;120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250" y="1342575"/>
            <a:ext cx="5257800" cy="5257800"/>
          </a:xfrm>
          <a:prstGeom prst="roundRect">
            <a:avLst>
              <a:gd name="adj" fmla="val 8703"/>
            </a:avLst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O(1) - Constant Time (ကိန်းသေ အချိန်)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1;p16" descr="image.png">
            <a:extLst>
              <a:ext uri="{FF2B5EF4-FFF2-40B4-BE49-F238E27FC236}">
                <a16:creationId xmlns:a16="http://schemas.microsoft.com/office/drawing/2014/main" id="{6162A033-371E-46F2-0CAD-68CE270A79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81025" y="581025"/>
            <a:ext cx="554069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O(n) - Linear Time</a:t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8750" y="695275"/>
            <a:ext cx="5467800" cy="5467500"/>
          </a:xfrm>
          <a:prstGeom prst="roundRect">
            <a:avLst>
              <a:gd name="adj" fmla="val 9141"/>
            </a:avLst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81025" y="2343150"/>
            <a:ext cx="554069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အချိုးက</a:t>
            </a:r>
            <a:r>
              <a:rPr lang="en-US" sz="2250" b="0" i="0" u="none" strike="noStrike" cap="none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ျ </a:t>
            </a:r>
            <a:r>
              <a:rPr lang="en-US" sz="2250" b="0" i="0" u="none" strike="noStrike" cap="none" dirty="0" err="1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အချိန်ယူခြင်း</a:t>
            </a:r>
            <a:endParaRPr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581025" y="29241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လူတန်းရှည်ကြီးထဲမှာ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မောင်မောင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်"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လိုက်ရှာမယ်ဆိုပါစို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့။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လူတစ်ယောက်ချင်းစီကို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လိုက်မေးရပါမယ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DE7354-F125-9793-E62D-C9DD223DFBA6}"/>
              </a:ext>
            </a:extLst>
          </p:cNvPr>
          <p:cNvGrpSpPr/>
          <p:nvPr/>
        </p:nvGrpSpPr>
        <p:grpSpPr>
          <a:xfrm>
            <a:off x="581025" y="3829050"/>
            <a:ext cx="1129079" cy="571500"/>
            <a:chOff x="1753667" y="3782973"/>
            <a:chExt cx="1129079" cy="571500"/>
          </a:xfrm>
        </p:grpSpPr>
        <p:pic>
          <p:nvPicPr>
            <p:cNvPr id="132" name="Google Shape;132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18379" y="3944898"/>
              <a:ext cx="79965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oogle Shape;112;p16" descr="image.png">
              <a:extLst>
                <a:ext uri="{FF2B5EF4-FFF2-40B4-BE49-F238E27FC236}">
                  <a16:creationId xmlns:a16="http://schemas.microsoft.com/office/drawing/2014/main" id="{D90C3435-CF53-F707-DCC2-4CA69D2881D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53667" y="3782973"/>
              <a:ext cx="1129079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C91578-973C-F889-7A2C-58F4F0BFA61C}"/>
              </a:ext>
            </a:extLst>
          </p:cNvPr>
          <p:cNvGrpSpPr/>
          <p:nvPr/>
        </p:nvGrpSpPr>
        <p:grpSpPr>
          <a:xfrm>
            <a:off x="581025" y="4400550"/>
            <a:ext cx="5277000" cy="1107996"/>
            <a:chOff x="581025" y="4400550"/>
            <a:chExt cx="5277000" cy="1107996"/>
          </a:xfrm>
        </p:grpSpPr>
        <p:sp>
          <p:nvSpPr>
            <p:cNvPr id="131" name="Google Shape;131;p17"/>
            <p:cNvSpPr txBox="1"/>
            <p:nvPr/>
          </p:nvSpPr>
          <p:spPr>
            <a:xfrm>
              <a:off x="581025" y="4400550"/>
              <a:ext cx="527700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လူ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၁၀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ယောက်ဆို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၁၀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ခါမေးရပြီး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၊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လူ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၁၀၀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ဆို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၁၀၀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ခ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ါ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မေးရပါမယ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 Input (        ) 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များလာတာနဲ့အမ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ျှ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ကြာချိန်ကလည်း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အချိုးက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ျ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များလာတာကို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O(n)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လို့ခေ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ပါတယ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33" name="Google Shape;133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59104" y="4811673"/>
              <a:ext cx="228600" cy="2857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6334125" y="30575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အခန်းထဲမှာရှိတဲ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လူတိုင်းက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အချင်းချင်း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အားလုံးကို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လိုက်ပြီး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လက်ဆွဲနှုတ်ဆက်ရမယ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ဆိုပါစို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့။</a:t>
            </a:r>
            <a:endParaRPr dirty="0"/>
          </a:p>
        </p:txBody>
      </p:sp>
      <p:sp>
        <p:nvSpPr>
          <p:cNvPr id="140" name="Google Shape;140;p18"/>
          <p:cNvSpPr txBox="1"/>
          <p:nvPr/>
        </p:nvSpPr>
        <p:spPr>
          <a:xfrm>
            <a:off x="6334125" y="381000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လူနည်းရင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အဆင်ပြေပေမယ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လူ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F7B72"/>
                </a:solidFill>
                <a:latin typeface="Lato"/>
                <a:ea typeface="Lato"/>
                <a:cs typeface="Lato"/>
                <a:sym typeface="Lato"/>
              </a:rPr>
              <a:t>၁၀၀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ဖြစ်သွားရင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နှုတ်ဆက်ရမယ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အကြိမ်ရေက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F7B72"/>
                </a:solidFill>
                <a:latin typeface="Lato"/>
                <a:ea typeface="Lato"/>
                <a:cs typeface="Lato"/>
                <a:sym typeface="Lato"/>
              </a:rPr>
              <a:t>၁၀၀ x ၁၀၀ = ၁၀,၀၀၀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ဖြစ်သွားပါတယ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141" name="Google Shape;141;p18"/>
          <p:cNvSpPr txBox="1"/>
          <p:nvPr/>
        </p:nvSpPr>
        <p:spPr>
          <a:xfrm>
            <a:off x="6334125" y="48672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Coding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မှာ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Nested Loop (Loop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အထဲမှာ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Loop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ထပ်ရေးခြင်း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တွေက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F7B72"/>
                </a:solidFill>
                <a:latin typeface="Lato"/>
                <a:ea typeface="Lato"/>
                <a:cs typeface="Lato"/>
                <a:sym typeface="Lato"/>
              </a:rPr>
              <a:t>O(n²)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ဖြစ်တတ်ပြီး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တတ်နိုင်သမ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ျှ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ရှောင်ရှားသင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2460426"/>
            <a:ext cx="1079003" cy="3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O(n²) - Quadratic Time (ထပ်ညွှန်း အချိန်)</a:t>
            </a:r>
            <a:endParaRPr/>
          </a:p>
        </p:txBody>
      </p:sp>
      <p:pic>
        <p:nvPicPr>
          <p:cNvPr id="144" name="Google Shape;144;p18" descr="O(n²) - Quadratic Time (ထပ်ညွှန်း အချိန်)&#10;အခန်းထဲမှာရှိတဲ့ လူတိုင်းက အချင်းချင်း အားလုံးကို လိုက်ပြီး လက်ဆွဲနှုတ်ဆက်ရမယ် ဆိုပါစို့။&#10;လူနည်းရင် အဆင်ပြေပေမယ့် လူ ၁၀၀ ဖြစ်သွားရင် နှုတ်ဆက်ရမယ့် အကြိမ်ရေက ၁၀၀ x ၁၀၀ = ၁၀,၀၀၀ ဖြစ်သွားပါတယ်။&#10;Coding မှာ Nested Loop (Loop အထဲမှာ Loop ထပ်ရေးခြင်း) တွေက O(n²) ဖြစ်တတ်ပြီး တတ်နိုင်သမျှ ရှောင်ရှားသင့်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25" y="1454100"/>
            <a:ext cx="4876800" cy="4876800"/>
          </a:xfrm>
          <a:prstGeom prst="roundRect">
            <a:avLst>
              <a:gd name="adj" fmla="val 8840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581025" y="581025"/>
            <a:ext cx="5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</a:t>
            </a:r>
            <a:r>
              <a:rPr lang="en-US" sz="3000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 n </a:t>
            </a: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 - </a:t>
            </a:r>
            <a:r>
              <a:rPr lang="en-US" sz="3000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Logarithmic</a:t>
            </a: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Time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81025" y="1558725"/>
            <a:ext cx="554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Guess the number game</a:t>
            </a:r>
            <a:endParaRPr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581025" y="2297600"/>
            <a:ext cx="5277000" cy="1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၁ - ၁၀၀၀</a:t>
            </a:r>
            <a:endParaRPr sz="1800" dirty="0">
              <a:solidFill>
                <a:srgbClr val="C9D1D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၅၀၀ ?</a:t>
            </a:r>
            <a:endParaRPr sz="1800" dirty="0">
              <a:solidFill>
                <a:srgbClr val="C9D1D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၁ - ၄၉၉ &lt; ၅၀၀ &gt; ၅၀၁ - ၁၀၀၀</a:t>
            </a:r>
            <a:endParaRPr sz="1800" dirty="0">
              <a:solidFill>
                <a:srgbClr val="C9D1D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C9D1D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754205" y="3846174"/>
            <a:ext cx="1795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</a:t>
            </a:r>
            <a:r>
              <a:rPr lang="en-US" sz="2500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 n </a:t>
            </a:r>
            <a:r>
              <a:rPr lang="en-US" sz="25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sz="2500"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8888" y="3486400"/>
            <a:ext cx="2590324" cy="259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O(log n ) - Logarithmic Time&#10;Guess the Number Game&#10;ကိန်းဂဏန်း ဘယ်လောက်လဲဂိမ်း:&#10;&#10;သူငယ်ချင်းက ၁ ကနေ ၁၀၀၀ အတွင်း ကိန်းတစ်ခုကို ရွေးထားတယ်။&#10;ခင်ဗျားက &quot;၅၀၀ လား&quot; လို့မေးမယ်။&#10;ပိုကြီးတယ်ဆိုရင် ၅၀၁–၁၀၀၀ အကွာအဝေးကို ဆက်ရှာမယ်။&#10;ပိုငယ်တယ်ဆိုရင် ၁–၄၉၉ ကို ဆက်ရှာမယ်။&#10;&#10;ဒီလို တစ်ဝက်ချင်းခွဲပြီးမေးရင် ၁၀၀၀ ကိန်းအတွင်းမှာ&#10;၁၀ ခါလောက်မေးရုံနဲ့ အတိအကျသိနိုင်တယ်။&#10;&#10;ဒါကလည်း O(logn) ပါပဲ။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2750" y="480075"/>
            <a:ext cx="2744650" cy="27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2;p16" descr="image.png">
            <a:extLst>
              <a:ext uri="{FF2B5EF4-FFF2-40B4-BE49-F238E27FC236}">
                <a16:creationId xmlns:a16="http://schemas.microsoft.com/office/drawing/2014/main" id="{2089F3FD-A75B-12B5-982D-F6717587C4C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563" y="3746810"/>
            <a:ext cx="1795500" cy="60766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581025" y="356889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Time Complexity</a:t>
            </a:r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988" y="1270675"/>
            <a:ext cx="7649526" cy="51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/>
          <p:nvPr/>
        </p:nvSpPr>
        <p:spPr>
          <a:xfrm>
            <a:off x="5524500" y="2520404"/>
            <a:ext cx="11430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905476" y="2844254"/>
            <a:ext cx="838104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Part 2: Memory အလုပ်လုပ်ပုံ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2762250" y="3892004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Time Complexity ကို နားလည်ပြီဆိုရင် Space Complexity (Memory အသုံးပြုမှု) ကို ဆက်လေ့လာကြပါမယ်။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581025" y="22383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Computer Memory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အံဆွဲလေးတွေ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အများကြီးရှိတဲ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500" b="1" i="0" u="none" strike="noStrike" cap="none" dirty="0" err="1">
                <a:solidFill>
                  <a:srgbClr val="58A6FF"/>
                </a:solidFill>
                <a:latin typeface="Lato"/>
                <a:ea typeface="Lato"/>
                <a:cs typeface="Lato"/>
                <a:sym typeface="Lato"/>
              </a:rPr>
              <a:t>ဗီရိုကြီးတစ်ခု</a:t>
            </a:r>
            <a:r>
              <a:rPr lang="en-US" sz="1500" b="1" i="0" u="none" strike="noStrike" cap="none" dirty="0">
                <a:solidFill>
                  <a:srgbClr val="58A6FF"/>
                </a:solidFill>
                <a:latin typeface="Lato"/>
                <a:ea typeface="Lato"/>
                <a:cs typeface="Lato"/>
                <a:sym typeface="Lato"/>
              </a:rPr>
              <a:t> (Lockers)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လို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မြင်ကြည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ါ။</a:t>
            </a:r>
            <a:endParaRPr dirty="0"/>
          </a:p>
        </p:txBody>
      </p:sp>
      <p:sp>
        <p:nvSpPr>
          <p:cNvPr id="178" name="Google Shape;178;p22"/>
          <p:cNvSpPr txBox="1"/>
          <p:nvPr/>
        </p:nvSpPr>
        <p:spPr>
          <a:xfrm>
            <a:off x="581025" y="40576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Space Complexity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ဆိုတာ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ကိုယ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ရဲ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Algorithm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အလုပ်လုပ်ဖို့အတွက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အဲဒီလို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အံဆွဲ</a:t>
            </a:r>
            <a:r>
              <a:rPr lang="en-US" sz="1500" b="1" i="0" u="none" strike="noStrike" cap="none" dirty="0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 (Memory) </a:t>
            </a:r>
            <a:r>
              <a:rPr lang="en-US" sz="1500" b="1" i="0" u="none" strike="noStrike" cap="none" dirty="0" err="1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ဘယ်လောက်များများ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ထပ်တောင်းလဲဆိုတာကို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တိုင်းတာခြင်း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81E396-D39D-D41E-FE96-C3ADDCF3D59A}"/>
              </a:ext>
            </a:extLst>
          </p:cNvPr>
          <p:cNvGrpSpPr/>
          <p:nvPr/>
        </p:nvGrpSpPr>
        <p:grpSpPr>
          <a:xfrm>
            <a:off x="581025" y="2990850"/>
            <a:ext cx="5276850" cy="1107996"/>
            <a:chOff x="581025" y="2990850"/>
            <a:chExt cx="5276850" cy="1107996"/>
          </a:xfrm>
        </p:grpSpPr>
        <p:sp>
          <p:nvSpPr>
            <p:cNvPr id="177" name="Google Shape;177;p22"/>
            <p:cNvSpPr txBox="1"/>
            <p:nvPr/>
          </p:nvSpPr>
          <p:spPr>
            <a:xfrm>
              <a:off x="581025" y="2990850"/>
              <a:ext cx="527685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Code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ထဲမှာ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Variable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တစ်ခု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ကြေညာလိုက်တိုင်း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(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ဥပမာ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                       )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ကွန်ပျူတာက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အဲဒီ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အံဆွဲလေးတစ်ခုကို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ဆွဲဖွင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့်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ပြီး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Data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သိမ်းလိုက်ပါတယ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79" name="Google Shape;179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83382" y="3041571"/>
              <a:ext cx="685800" cy="285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Computer Memory (RAM) ဆိုတာဘာလဲ?</a:t>
            </a:r>
            <a:endParaRPr/>
          </a:p>
        </p:txBody>
      </p:sp>
      <p:pic>
        <p:nvPicPr>
          <p:cNvPr id="181" name="Google Shape;181;p22" descr="Computer Memory (RAM) ဆိုတာဘာလဲ?&#10;Computer Memory ကို အံဆွဲလေးတွေ အများကြီးရှိတဲ့ ဗီရိုကြီးတစ်ခု (Lockers) လို့ မြင်ကြည့်ပါ။&#10;Code ထဲမှာ Variable တစ်ခု ကြေညာလိုက်တိုင်း (ဥပမာ ) ကွန်ပျူတာက အဲဒီ အံဆွဲလေးတစ်ခုကို ဆွဲဖွင့်ပြီး Data ကို သိမ်းလိုက်ပါတယ်။&#10;Space Complexity ဆိုတာ ကိုယ့်ရဲ့ Algorithm က အလုပ်လုပ်ဖို့အတွက် အဲဒီလို အံဆွဲ (Memory) ဘယ်လောက်များများ ထပ်တောင်းလဲဆိုတာကို တိုင်းတာခြင်း ဖြစ်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775" y="13523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95473"/>
            <a:ext cx="3422600" cy="447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4625" y="1995473"/>
            <a:ext cx="3422600" cy="447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8225" y="1995473"/>
            <a:ext cx="3422600" cy="447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1462147" y="3167062"/>
            <a:ext cx="166020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O(1) Space</a:t>
            </a:r>
            <a:endParaRPr dirty="0"/>
          </a:p>
        </p:txBody>
      </p:sp>
      <p:sp>
        <p:nvSpPr>
          <p:cNvPr id="191" name="Google Shape;191;p23"/>
          <p:cNvSpPr txBox="1"/>
          <p:nvPr/>
        </p:nvSpPr>
        <p:spPr>
          <a:xfrm>
            <a:off x="876300" y="374808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အများကြီးကို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တွက်ချက်ဖို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့ Variable (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အံဆွဲ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တစ်ခုတည်းကိုပဲ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အထပ်ထပ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ပြန်သုံးမယ်ဆိုရင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Memory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အရမ်းသက်သာပြီး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7EE787"/>
                </a:solidFill>
                <a:latin typeface="Lato"/>
                <a:ea typeface="Lato"/>
                <a:cs typeface="Lato"/>
                <a:sym typeface="Lato"/>
              </a:rPr>
              <a:t>O(1)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Space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ဖြစ်ပါတယ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192" name="Google Shape;192;p23"/>
          <p:cNvSpPr txBox="1"/>
          <p:nvPr/>
        </p:nvSpPr>
        <p:spPr>
          <a:xfrm>
            <a:off x="5220741" y="3167062"/>
            <a:ext cx="1750218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O(n) Space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8969335" y="3167062"/>
            <a:ext cx="186023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7EE78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O(n²) Space</a:t>
            </a:r>
            <a:endParaRPr dirty="0"/>
          </a:p>
        </p:txBody>
      </p:sp>
      <p:sp>
        <p:nvSpPr>
          <p:cNvPr id="195" name="Google Shape;195;p23"/>
          <p:cNvSpPr txBox="1"/>
          <p:nvPr/>
        </p:nvSpPr>
        <p:spPr>
          <a:xfrm>
            <a:off x="8483500" y="374808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2D Array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၊ Matrices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ဥပမာ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စစ်တုရင်ခုံပုံစံ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Grid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ဖန်တီးမယ်ဆိုရင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 Memory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က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နှစ်ဆတက်သွားပြီး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F7B72"/>
                </a:solidFill>
                <a:latin typeface="Lato"/>
                <a:ea typeface="Lato"/>
                <a:cs typeface="Lato"/>
                <a:sym typeface="Lato"/>
              </a:rPr>
              <a:t>O(n²)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နေရာယူသွားပါတယ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pic>
        <p:nvPicPr>
          <p:cNvPr id="196" name="Google Shape;19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92225" y="24336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95826" y="2433637"/>
            <a:ext cx="40005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E48C196-8D2C-4048-FF44-A731374A0B35}"/>
              </a:ext>
            </a:extLst>
          </p:cNvPr>
          <p:cNvGrpSpPr/>
          <p:nvPr/>
        </p:nvGrpSpPr>
        <p:grpSpPr>
          <a:xfrm>
            <a:off x="4679900" y="3748067"/>
            <a:ext cx="2832000" cy="2447400"/>
            <a:chOff x="4679900" y="3748067"/>
            <a:chExt cx="2832000" cy="2447400"/>
          </a:xfrm>
        </p:grpSpPr>
        <p:sp>
          <p:nvSpPr>
            <p:cNvPr id="193" name="Google Shape;193;p23"/>
            <p:cNvSpPr txBox="1"/>
            <p:nvPr/>
          </p:nvSpPr>
          <p:spPr>
            <a:xfrm>
              <a:off x="4679900" y="3748067"/>
              <a:ext cx="2832000" cy="24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ရှိပြီးသား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Array ၁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ခုထဲက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Data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နောက်ထပ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Array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အသစ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  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တစ်ခုထဲ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Copy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ကူးထည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့်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လိုက်မယ်ဆိုရင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အံဆွဲအသစ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ခု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ထပ်လိုသွားတဲ့အတွက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50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O(n)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ဖြစ်ပါတယ</a:t>
              </a:r>
              <a:r>
                <a:rPr lang="en-US" sz="150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98" name="Google Shape;198;p23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20751" y="4464523"/>
              <a:ext cx="228600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70851" y="2433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Space Complexity Scenarios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1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E6DE42E-A33B-E792-E5FF-D2ACA0978986}"/>
              </a:ext>
            </a:extLst>
          </p:cNvPr>
          <p:cNvGrpSpPr/>
          <p:nvPr/>
        </p:nvGrpSpPr>
        <p:grpSpPr>
          <a:xfrm>
            <a:off x="1809750" y="2600325"/>
            <a:ext cx="8572500" cy="628650"/>
            <a:chOff x="1809750" y="2600325"/>
            <a:chExt cx="8572500" cy="628650"/>
          </a:xfrm>
        </p:grpSpPr>
        <p:sp>
          <p:nvSpPr>
            <p:cNvPr id="206" name="Google Shape;206;p24"/>
            <p:cNvSpPr txBox="1"/>
            <p:nvPr/>
          </p:nvSpPr>
          <p:spPr>
            <a:xfrm>
              <a:off x="2238375" y="2600325"/>
              <a:ext cx="8143875" cy="628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7EE787"/>
                  </a:solidFill>
                  <a:latin typeface="Lato"/>
                  <a:ea typeface="Lato"/>
                  <a:cs typeface="Lato"/>
                  <a:sym typeface="Lato"/>
                </a:rPr>
                <a:t>Big O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ဆိုတာ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စက္ကန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တိုင်းတာမဟုတ်ဘဲ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Input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များလာတာနဲ့အမ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ျှ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ကြာချိန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နေရာယူမှု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ဘယ်လောက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တိုးပွားလာလဲ</a:t>
              </a:r>
              <a:r>
                <a:rPr lang="en-US" sz="165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 (Growth Rate)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တိုင်းတာပါတယ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212" name="Google Shape;212;p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09750" y="26289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B494A23-5A23-EB57-25F8-D3A71EEFF14F}"/>
              </a:ext>
            </a:extLst>
          </p:cNvPr>
          <p:cNvGrpSpPr/>
          <p:nvPr/>
        </p:nvGrpSpPr>
        <p:grpSpPr>
          <a:xfrm>
            <a:off x="1809750" y="3467100"/>
            <a:ext cx="8572500" cy="628650"/>
            <a:chOff x="1809750" y="3467100"/>
            <a:chExt cx="8572500" cy="628650"/>
          </a:xfrm>
        </p:grpSpPr>
        <p:sp>
          <p:nvSpPr>
            <p:cNvPr id="207" name="Google Shape;207;p24"/>
            <p:cNvSpPr txBox="1"/>
            <p:nvPr/>
          </p:nvSpPr>
          <p:spPr>
            <a:xfrm>
              <a:off x="2238375" y="3467100"/>
              <a:ext cx="8143875" cy="628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တချို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 Algorithm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တွေဟာ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အချိန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 (Time)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မြန်ပေမယ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့် Memory (Space)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အများကြီး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စားတတ်ပါတယ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ဒါကို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1" i="0" u="none" strike="noStrike" cap="none" dirty="0">
                  <a:solidFill>
                    <a:srgbClr val="58A6FF"/>
                  </a:solidFill>
                  <a:latin typeface="Lato"/>
                  <a:ea typeface="Lato"/>
                  <a:cs typeface="Lato"/>
                  <a:sym typeface="Lato"/>
                </a:rPr>
                <a:t>Time vs Space Trade-off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လို့ခေ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213" name="Google Shape;213;p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09750" y="34956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p2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Takeaways (အနှစ်ချုပ်)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0.3|126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2|2.5|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2.3|1.5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9.5|1.1|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3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|33.8|31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9|68.4|59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13.9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1212</Words>
  <Application>Microsoft Macintosh PowerPoint</Application>
  <PresentationFormat>Widescreen</PresentationFormat>
  <Paragraphs>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3</cp:revision>
  <dcterms:modified xsi:type="dcterms:W3CDTF">2026-04-06T15:46:11Z</dcterms:modified>
</cp:coreProperties>
</file>