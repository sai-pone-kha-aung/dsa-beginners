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Action1.xml" ContentType="application/vnd.ms-office.inkAction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8" r:id="rId3"/>
    <p:sldId id="259" r:id="rId4"/>
    <p:sldId id="263" r:id="rId5"/>
    <p:sldId id="264" r:id="rId6"/>
    <p:sldId id="265" r:id="rId7"/>
  </p:sldIdLst>
  <p:sldSz cx="12192000" cy="6858000"/>
  <p:notesSz cx="6858000" cy="9144000"/>
  <p:embeddedFontLst>
    <p:embeddedFont>
      <p:font typeface="Fira Code" panose="020B0809050000020004" pitchFamily="49" charset="0"/>
      <p:regular r:id="rId9"/>
      <p:bold r:id="rId10"/>
    </p:embeddedFont>
    <p:embeddedFont>
      <p:font typeface="Lato" panose="020F0502020204030203" pitchFamily="34" charset="77"/>
      <p:regular r:id="rId11"/>
      <p:bold r:id="rId12"/>
      <p:italic r:id="rId13"/>
      <p:boldItalic r:id="rId14"/>
    </p:embeddedFont>
    <p:embeddedFont>
      <p:font typeface="Noto Sans Myanmar" panose="020B0502040504020204" pitchFamily="34" charset="0"/>
      <p:regular r:id="rId15"/>
      <p:bold r:id="rId16"/>
    </p:embeddedFont>
    <p:embeddedFont>
      <p:font typeface="Poppins" pitchFamily="2" charset="77"/>
      <p:regular r:id="rId17"/>
      <p:bold r:id="rId18"/>
      <p:italic r:id="rId19"/>
      <p:boldItalic r:id="rId20"/>
    </p:embeddedFont>
    <p:embeddedFont>
      <p:font typeface="Poppins SemiBold" pitchFamily="2" charset="77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7B8206F-FBAC-4CF2-A159-F79FC12F5798}">
  <a:tblStyle styleId="{E7B8206F-FBAC-4CF2-A159-F79FC12F579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0"/>
  </p:normalViewPr>
  <p:slideViewPr>
    <p:cSldViewPr snapToGrid="0">
      <p:cViewPr varScale="1">
        <p:scale>
          <a:sx n="117" d="100"/>
          <a:sy n="117" d="100"/>
        </p:scale>
        <p:origin x="904" y="17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24" Type="http://schemas.openxmlformats.org/officeDocument/2006/relationships/font" Target="fonts/font16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28" Type="http://schemas.openxmlformats.org/officeDocument/2006/relationships/tableStyles" Target="tableStyle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27" Type="http://schemas.openxmlformats.org/officeDocument/2006/relationships/theme" Target="theme/theme1.xml"/></Relationships>
</file>

<file path=ppt/ink/inkAction1.xml><?xml version="1.0" encoding="utf-8"?>
<iact:actions xmlns:iact="http://schemas.microsoft.com/office/powerpoint/2014/inkAction" lengthUnit="cm" timeUnit="ms">
  <inkml:definitions xmlns:inkml="http://www.w3.org/2003/InkML"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6-03-30T10:08:21.495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context xml:id="ctx1">
      <inkml:inkSource xml:id="inkSrc16">
        <inkml:traceFormat>
          <inkml:channel name="X" type="integer" min="-2.14748E9" max="2.14748E9" units="cm"/>
          <inkml:channel name="Y" type="integer" min="-2.14748E9" max="2.14748E9" units="cm"/>
          <inkml:channel name="T" type="integer" max="2.14748E9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T" name="resolution" value="1" units="1/dev"/>
        </inkml:channelProperties>
      </inkml:inkSource>
      <inkml:timestamp xml:id="ts1" timeString="2026-03-30T10:08:21.495"/>
    </inkml:context>
    <inkml:brush xml:id="br1">
      <inkml:brushProperty name="width" value="0.055" units="cm"/>
      <inkml:brushProperty name="height" value="0.055" units="cm"/>
    </inkml:brush>
  </inkml:definitions>
  <iact:action type="add" startTime="5704">
    <iact:property name="dataType"/>
    <iact:actionData xml:id="d0">
      <inkml:trace xmlns:inkml="http://www.w3.org/2003/InkML" xml:id="stk0" contextRef="#ctx0" brushRef="#br0">9227 3803 24575 0,'-18'0'0'10,"3"8"0"1,15 8 0 0,7 6 0 0,1 4 0 0,-5 0 0 0,-2 1 0-1,0 13 0 1,-2 1 0 0,-3-6 0 0,-3-2 0 0,-8-6 0 0,-2-2 0-1,-8 6 0 1,6-24 0 0,5-29 0 0,-1-13 0 0,19 3 0 0,3-2 0-1,-6 4 0 1,2-1 0 0,6 0 0 0,5-2 0 0,3 4 0 0,6 2 0-1,4 4 0 1,4-9 0 0,4 9 0 0,2 21 0 0,1 11 0 0,2 12 0-1,-5 8 0 1,-7 3 0 0,-4 6 0 0,-6-5 0 0,-2 3 0 0,-4-1 0-1,-5 10 0 1,-3-3 0 0,6-11 0 0,-5-2 0 0,-20 8 0 0,-7-7 0-1,-2-16 0 1,0 3 0 0,0-2 0 0,8-8 0 0,8-7 0 0</inkml:trace>
    </iact:actionData>
  </iact:action>
  <iact:action type="add" startTime="6389">
    <iact:property name="dataType"/>
    <iact:actionData xml:id="d1">
      <inkml:trace xmlns:inkml="http://www.w3.org/2003/InkML" xml:id="stk1" contextRef="#ctx0" brushRef="#br0">9293 3820 24575 0,'-18'-42'0'7,"18"1"0"1,26 15 0 0,-4 10 0 0,5 1 0-1,10 3 0 1,6 1 0 0,-5 1 0 0,-8 0 0-1,-1 0 0 1,3 3 0 0,1-1 0 0,-1 1 0 0</inkml:trace>
    </iact:actionData>
  </iact:action>
  <iact:action type="add" startTime="6940">
    <iact:property name="dataType"/>
    <iact:actionData xml:id="d2">
      <inkml:trace xmlns:inkml="http://www.w3.org/2003/InkML" xml:id="stk2" contextRef="#ctx0" brushRef="#br0">10385 3936 24575 0,'0'18'0'9,"7"-18"0"0,-5-11 0 0,20-20 0 0,-12 8 0 1,-1-2 0-1,1-1 0 0,-2-1 0 0,-5-4 0 1,-6 3 0-1,-23-5 0 0,-4 22 0 0,-4 7 0 1,7 9 0-1,-1 5 0 0,-15 4 0 0,7 5 0 1,21 10 0-1,19 17 0 0,14-31 0 0,8-4 0 1,15-1 0-1,4-2 0 0,-2 7 0 0,1 0 0 0,-13-11 0 1,1-2 0-1,-2 3 0 0,6 8 0 0,-6 5 0 1,-11 4 0-1,-6 4 0 0,-10 6 0 0,-6 4 0 1,-5-4 0-1,-3 2 0 0,-2-1 0 0,-3 7 0 1,-4-1 0-1,-4-8 0 0,-4-1 0 0,1-5 0 1,-1-4 0-1,0-5 0 0,-4-1 0 0,0-6 0 0,-8-18 0 1,26-9 0-1,2-5 0 0,-6-5 0 0,5-2 0 1,13-7 0-1,3-2 0 0,-7 1 0 0,5 1 0 1,25 3 0-1,8 2-469 0,-7-3 1 0,2 5 0 1,7 14 0-1,3 3 0 0,-7-2 0 0,0 1 0 1</inkml:trace>
    </iact:actionData>
  </iact:action>
  <iact:action type="add" startTime="8086">
    <iact:property name="dataType"/>
    <iact:actionData xml:id="d3">
      <inkml:trace xmlns:inkml="http://www.w3.org/2003/InkML" xml:id="stk3" contextRef="#ctx0" brushRef="#br0">11493 3820 24575 0,'-9'-7'0'11,"1"5"0"1,8-20 0 0,0 3 0 0,0 1 0 0,15 2 0-1,7 2 0 1,24 11 0 0,-6-6 0 0,3 3 0 0,-5 11 0 0,-1 5 0-1,-2-3 0 1,-4 4 0 0,-11 8 0 0,-5 3 0 0,0 13 0 0,-26-7 0-1,-9-1 0 1,-4-12 0 0,-4-1 0 0,-10 11 0 0,1-4 0 0,13-14 0-1,2-3 0 1,-10 4 0 0,12-1 0 0,31-7 0 0,-14-15 0 0,49 11 0-1,-21-3 0 1,1 0 0 0,11 5 0 0,1 4 0 0,3 4 0-1,1 2 0 1,4 0 0 0,-2 3 0 0,-8 5 0 0,-2 1 0 0,1-6 0-1,-6 3 0 1,-11 9 0 0,-10 0 0 0,-30 7 0 0,-5-2 0 0,-7-1 0-1,-7-8 0 1,-4-3 0 0,10-2 0 0,-2 0 0 0,4-2 0 0,4-2 0-1,3-1-286 1,2-1 0 0,2-2 1 0,0-6-1 0,4 0 1 0</inkml:trace>
    </iact:actionData>
  </iact:action>
  <iact:action type="add" startTime="9654">
    <iact:property name="dataType"/>
    <iact:actionData xml:id="d4">
      <inkml:trace xmlns:inkml="http://www.w3.org/2003/InkML" xml:id="stk4" contextRef="#ctx0" brushRef="#br0">13080 3803 24575 0,'-27'10'0'10,"-10"-3"0"1,33-7 0 0,-25-22 0-1,25 2 0 1,3-4 0 0,2 0 0-1,18-11 0 1,-1 20 0 0,4 4 0-1,6 1 0 1,1 5 0 0,2 11 0-1,-1 3 0 1,-4-5 0 0,-1 3 0-1,2 15 0 1,1 9 0 0,-8-1 0-1,-9 0 0 1,-3 1 0 0,8-3 0-1,2 3 0 1,-8 0 0 0,-14 0 0 0,-7 1 0-1,-3-4 0 1,-7 2 0 0,-3-3 0-1,-2 8 0 1,-1-3 0 0,2-14 0-1,2-5 0 1,7-6 0 0,16-7 0-1,31 0 0 1,0-3 0 0,4-1 0-1,3-4 0 1,3-1 0 0,-4 1 0-1,3-1 0 1,-5 1 0 0,-2-2 0-1,-1 1 0 1,3 2 0 0,-1-1 0 0</inkml:trace>
    </iact:actionData>
  </iact:action>
  <iact:action type="add" startTime="10339">
    <iact:property name="dataType"/>
    <iact:actionData xml:id="d5">
      <inkml:trace xmlns:inkml="http://www.w3.org/2003/InkML" xml:id="stk5" contextRef="#ctx0" brushRef="#br0">14139 3770 24575 0,'0'-18'0'10,"0"-12"0"1,0 19 0 0,0-20 0 0,-8-2 0-1,-8 13 0 1,-3 0 0 0,-3 3 0 0,-22 14 0 0,12-7 0-1,0 5 0 1,6 13 0 0,1 6 0 0,-2 1 0 0,4 5 0-1,8 11 0 1,4 4 0 0,1 3 0 0,5-1 0 0,10-6 0-1,5-1 0 1,0 1 0 0,6-7 0 0,17-17 0 0,6-10 0-1,0-4 0 1,1-5 0 0,-5 0 0 0,-1-5 0 0,-7-1 0-1,0-4 0 1,-5 1 0 0,-7 2 0 0,-1 2 0 0,3-2 0-1,-1 3 0 1,6-6 0 0,-20 22 0 0,20 22 0 0,-18 13 0-1,10-11 0 1,1 3 0 0,-13 16 0 0,0 0 0 0,13-10 0-1,-1-1 0 1,-11 8 0 0,-2 0 0 0,6-5 0 0,1-5 0-1,-1-1 0 1,-5 1 0 0,5-30 0 0,-7 0 0 0</inkml:trace>
    </iact:actionData>
  </iact:action>
  <iact:action type="add" startTime="12470">
    <iact:property name="dataType"/>
    <iact:actionData xml:id="d6">
      <inkml:trace xmlns:inkml="http://www.w3.org/2003/InkML" xml:id="stk6" contextRef="#ctx0" brushRef="#br0">9922 3572 24575 0,'0'37'0'10,"0"1"0"0,0-1 0 1,-1-1 0-1,1-1 0 1,1 6 0-1,1-5 0 0,1 5 0 1,1 3 0-1,1 1 0 1,-1-2 0-1,0-2-656 0,0-2 1 1,-1-2-1-1,1 0 1 1,0 0 0-1,1 2 402 1,1 1 1-1,1 1 0 0,0 2 0 1,0-1 0-1,0-2 0 1,0-3 0-1,1 12 0 0,1-3 0 1,-1-4 0-1,0-9 0 1,0-1 0-1,0 1 0 1</inkml:trace>
    </iact:actionData>
  </iact:action>
  <iact:action type="add" startTime="13140">
    <iact:property name="dataType"/>
    <iact:actionData xml:id="d7">
      <inkml:trace xmlns:inkml="http://www.w3.org/2003/InkML" xml:id="stk7" contextRef="#ctx0" brushRef="#br0">11162 3423 24575 0,'-33'0'0'6,"15"0"0"1,3 15 0 0,30 10 0 0,-6 5 0 0,0 5 0 0,3 1 0 0,2 5-697-1,-3-6 1 1,1 6 0 0,0 0 0 0,-1 0 696 0,-2-3 0 0,0-1 0 0,0 0 0-1,0 2 0 1,3 4 0 0,1 1 0 0,0 0 0 0,-1-1 0 0,-1-1 0 0,0 0 0-1,-1-2 0 1,-2-4 0 0,2 3 0 0,-1-3 0 0,0 8 0 0,-3-5 0 0,-6-13 0 0</inkml:trace>
    </iact:actionData>
  </iact:action>
  <iact:action type="add" startTime="13638">
    <iact:property name="dataType"/>
    <iact:actionData xml:id="d8">
      <inkml:trace xmlns:inkml="http://www.w3.org/2003/InkML" xml:id="stk8" contextRef="#ctx0" brushRef="#br0">12386 3390 24575 0,'-9'15'0'6,"6"16"0"0,6 7 0 0,3 5 0 1,4 4-820-1,-1-9 1 0,2 3 0 0,0 1 0 1,-1-1 661-1,-3-3 1 0,0 0-1 1,-1-1 1-1,3 3 157 0,2-2 0 0,2 1 0 1,1 1 0-1,-2 0 0 0,-1-3 0 1,-4 2 0-1,-2-2 0 0,-1-1 0 0,2 1 0 1,1 2 0-1,1 1 0 0,0-2 0 1,0-2 0-1,0-3 0 0,0-2 0 0,-2-3 0 1,-5-1 0-1,2-3 0 0,11 5 0 1</inkml:trace>
    </iact:actionData>
  </iact:action>
  <iact:action type="add" startTime="14207">
    <iact:property name="dataType"/>
    <iact:actionData xml:id="d9">
      <inkml:trace xmlns:inkml="http://www.w3.org/2003/InkML" xml:id="stk9" contextRef="#ctx0" brushRef="#br0">13510 3307 24575 0,'0'26'0'8,"30"-8"0"0,-23 21 0 0,0 9 0 0,11-12 0 0,5 1 0 0,-3 2-820 0,-9-5 1 0,-2 2 0 0,-1 1 0 0,1 1 570 0,2 3 1 0,2 2 0 0,0 0 0 0,-1-1 248 0,0 0 0 0,0-1 0 0,0 0 0 0,0-2 0 0,5 6 0 0,0-3 0 0,-1-4 0 0,-2 3 0 0,1-4 0 0,7-5 0 0,0-4 0 0,-3-2 0 0</inkml:trace>
    </iact:actionData>
  </iact:action>
  <iact:action type="add" startTime="15087">
    <iact:property name="dataType"/>
    <iact:actionData xml:id="d10">
      <inkml:trace xmlns:inkml="http://www.w3.org/2003/InkML" xml:id="stk10" contextRef="#ctx0" brushRef="#br0">9889 4944 24575 0,'0'-24'0'2,"15"-1"0"1,25 6 0-1,-12 9 0 1,5-1 0 0,3 3 0-1,0 5 0 1,1 3 0-1,4 1 0 1,3-3-469 0,-4-1 1-1,3-1 0 1,3-2 0-1,1 0 0 1,1 0 0 0,0 0 0-1,0 1 58 1,-4-1 0-1,1 2 1 1,-1-1-1 0,2-1 1-1,-1 1-1 1,1 0 0-1,1-1 1 1,0 0 321 0,-6 1 1-1,0 0 0 1,0-1 0-1,0 0-1 1,0 1 1 0,2-2 0-1,0 1 0 1,1 0 0-1,1-1-1 1,1 0 88 0,-6 0 0-1,1 1 0 1,1-1 0-1,1 0 0 1,1 0 0 0,0-1 0-1,1 0 0 1,0 1 0-1,0-1 0 1,0 0 0 0,0 0 0-1,-1 1 0 1,-1-1 0-1,-1 1 0 1,-1-1-298 0,6 0 0-1,-2 0 0 1,-1-1 0-1,0 1 0 1,-1 0 0 0,0 0 0-1,0 0 0 1,1 0 1 0,0 0-1-1,2 0 0 1,1-1 297-1,-5 2 1 1,2 0-1 0,0 0 1-1,2-1 0 1,0 1-1-1,0-1 1 1,1 1-1 0,0 0 1-1,0-1 0 1,0 1-1-1,-1 0 1 1,-1 0 0 0,-1 1-1-1,-1-1 1 1,-1 1 0-1,5-1 0 1,-1 0 0 0,-1 1 0-1,0-1 0 1,-2 1 0-1,0 0 0 1,0 0 0 0,-1 0 0-1,0 1 0 1,0 0 0-1,0 0 0 1,4-1 0 0,0 1 0-1,-1 0 0 1,0 0 0-1,0 1 0 1,-1-1 0 0,-1 1 0-1,1 1 0 1,-1-1-194-1,1 1 1 1,1 1 0 0,0 0 0-1,-1 1 0 1,0-1 0-1,-2 0 0 1,-1 0-1 0,-3 0 194-1,7-3 0 1,-2 1 0-1,-2-2 0 1,-2 2 0 0,-1 1 0-1,2 2 0 1,0 1 0-1,-5 0 0 1,-9-3 0 0,0-12 0-1,-15 15 0 1,-26 0 0 0</inkml:trace>
    </iact:actionData>
  </iact:action>
  <iact:action type="add" startTime="16170">
    <iact:property name="dataType"/>
    <iact:actionData xml:id="d11">
      <inkml:trace xmlns:inkml="http://www.w3.org/2003/InkML" xml:id="stk11" contextRef="#ctx0" brushRef="#br0">8483 3737 24575 0,'0'-30'0'4,"0"0"0"0,7 5 0 1,1 2 0-1,-4-8 0 0,18 42 0 1,-13 12 0-1,-2 11 0 0,0 0 0 1,-1 6 0-1,0 4 0 0,1 1-656 1,-1-2 1-1,1 2-1 1,0 1 1-1,0 2 0 0,-1 0 232 1,-2-10 1-1,0 2 0 0,0 0-1 1,-1 0 1-1,0 1 0 0,1 1 0 1,0 0 422-1,-1-2 0 1,1 2 0-1,0 1 0 0,0 0 0 1,0-1 0-1,0 0 0 0,0-1 0 1,0-2-189-1,0 4 0 0,0-3 1 1,0 0-1-1,0-1 1 0,1 0-1 1,0 1 189-1,0 3 0 1,1 2 0-1,1 0 0 0,0-1 0 1,0-3 0-1,1-5-469 0,3 3 1 1,0-5 0-1,2-3 0 0,6 12 0 1,2-9 0-1,12-10 0 1</inkml:trace>
    </iact:actionData>
  </iact:action>
  <iact:action type="add" startTime="16706">
    <iact:property name="dataType"/>
    <iact:actionData xml:id="d12">
      <inkml:trace xmlns:inkml="http://www.w3.org/2003/InkML" xml:id="stk12" contextRef="#ctx0" brushRef="#br0">8483 3489 24575 0,'26'0'0'4,"2"1"0"1,5-2 0 0,-5-6 0 0,3-5 0 0,1 2 0 0,11 0 0 0,3 2 0-1,1-4-656 1,-11 1 1 0,2-2-1 0,1-1 1 0,-1 0 0 0,-1 2-165 0,2 0 1-1,-2 2 0 1,1 0 0 0,4-2 811 0,-1-1 1 0,2-1-1 0,3-1 1 0,0 0-1-1,0 0 1 1,-3 2 7 0,-2 2 0 0,-2 2 0 0,0 0 0 0,0 0 0 0,3-2 0-1,-4 0 0 1,1-1 0 0,2-1 0 0,0 0 0 0,1 0 0 0,-1 0 0 0,0 1 0 0,4 0 0-1,0 1 0 1,0 0 0 0,0 0 0 0,-1 1 0 0,0-1 0 0,-3 2 0 0,-1 0 0-1,-1 0 0 1,1 1 0 0,0-1 0 0,1 0 0 0,3-1 0 0,0-1 0 0,1 0 0-1,0 0 0 1,0 1 0 0,0 1 0 0,0 1 0 0,0 1 0 0,0 0 0 0,0 1 0-1,-1-1 0 1,0-1 0 0,-3 0 0 0,-1-2 0 0,-1 0 0 0,1 0 0 0,0 0 0-1,1 1-387 1,-1 1 1 0,0 1 0 0,2 0-1 0,0 0 1 0,-1 0 0 0,-1-1-1 0,-2 1 387-1,5-3 0 1,-3 0 0 0,-1 0 0 0,1 0 0 0,4 0 0 0,-3 2 0 0,4-1 0-1,1 1 0 1,1-1 0 0,-1 1 0 0,-1 1 0 0,-3 1 0 0,3 0 0 0,-3 2 0-1,0 0 0 1,-1 1 0 0,2-2 0 0,-3 0 0 0,0-1 0 0,1 0 0 0,0 0 0-1,0 2 0 1,1 2 0 0,0 2 0 0,2 2 0 0,0 1 0 0,-1 1 0 0,-2-1 0-1,-2-1-82 1,1 0 0 0,-3-1 0 0,0 0 0 0,3-1 82 0,0 0 0 0,2 1 0 0,2-1 0-1,1 0 0 1,-2-1 0 0,-3 1 0 0,6 0 0 0,-2-1 0 0,-2 1 0 0,2-3 0-1,-5 0 0 1,1-2 0 0,1 0 0 0,-2 0 0 0,-1 1-252 0,2 3 0 0,-2 1 0-1,0 0 0 1,0 0 252 0,1-3 0 0,0 0 0 0,-1 1 0 0,-1 2 517 0,3 5 1-1,-1 4-1 1,-2-1-517 0,7 0 0 0,-2 4 0 0,-4 10 0 0,-4 4 1638 0,-8-2 0-1,-5 2-1587 1,-10-4 1 0,-1 0 2884 0,12 11-2936 0,7-11 1813 0,-7-5-1813 0,5-3 0 0,1 5 480-1,-10 5 0 1,-1 1-480 0,7-2 0 0,0-2 0 0,-7 0 0 0,1-1 0 0,2-4 0-1,0-1 0 1,6 11 0 0,-3-10 0 0,0 1 0 0,-9 2 0 0,1 2 0 0,11 1 0-1,5 2 0 1,-3 2 0 0,-10 1 0 0,-3 3 0 0,1-1 0 0,8 2 0 0,1-1 0-1,-2 3 0 1,-6-2 0 0,-1 4 0 0,-1-1 0 0,0-2-365 0,3 2 0 0,0-2 1-1,-1 1 364 1,0 8 0 0,-1 1 0 0,2-1 0 0,3-7 0 0,0-1 0 0,-2-3 0 0,-4 1 0-1,-1-1 0 1,3-2 0 0,-1-1 0 0,6 6 0 0,-20-8 0 0,6-8 0 0,-16-10 547-1,-12 0 0 1,-6 1-547 0,-6 8 0 0,-5 1 0 0,-3-3 0 0,-4 1 0 0,-3 0-219-1,10-1 1 1,-2 1-1 0,-1 0 1 0,0 0-1 0,1-2 1 0,0-1-1 0,0 0 1-1,1-2-1 1,-2 2 1 0,2-1 0 0,0 0-1 0,1 0 1 0,-1 0-1 0,0 0 1 0</inkml:trace>
    </iact:actionData>
  </iact:action>
  <iact:action type="add" startTime="18504">
    <iact:property name="dataType"/>
    <iact:actionData xml:id="d13">
      <inkml:trace xmlns:inkml="http://www.w3.org/2003/InkML" xml:id="stk13" contextRef="#ctx0" brushRef="#br0">14684 3423 24575 0,'0'0'0'33</inkml:trace>
    </iact:actionData>
  </iact:action>
  <iact:action type="remove" startTime="18558">
    <iact:property name="style" value="instant"/>
    <iact:actionData xml:id="d14" ref="#d12"/>
    <iact:actionData xml:id="d15">
      <inkml:trace xmlns:inkml="http://www.w3.org/2003/InkML" xml:id="stk14" contextRef="#ctx0" brushRef="#br0">8483 3489 24575 0,'26'0'0'4,"2"1"0"1,5-2 0 0,-5-6 0 0,3-5 0 0,1 2 0 0,11 0 0 0,3 2 0-1,1-4-656 1,-11 1 1 0,2-2-1 0,1-1 1 0,-1 0 0 0,-1 2-165 0,2 0 1-1,-2 2 0 1,1 0 0 0,4-2 811 0,-1-1 1 0,2-1-1 0,3-1 1 0,0 0-1-1,0 0 1 1,-3 2 7 0,-2 2 0 0,-2 2 0 0,0 0 0 0,0 0 0 0,3-2 0-1,-4 0 0 1,1-1 0 0,2-1 0 0,0 0 0 0,1 0 0 0,-1 0 0 0,0 1 0 0,4 0 0-1,0 1 0 1,0 0 0 0,0 0 0 0,-1 1 0 0,0-1 0 0,-3 2 0 0,-1 0 0-1,-1 0 0 1,1 1 0 0,0-1 0 0,1 0 0 0,3-1 0 0,0-1 0 0,1 0 0-1,0 0 0 1,0 1 0 0,0 1 0 0,0 1 0 0,0 1 0 0,0 0 0 0,0 1 0-1,-1-1 0 1,0-1 0 0,-3 0 0 0,-1-2 0 0,-1 0 0 0,1 0 0 0,0 0 0-1,1 1-387 1,-1 1 1 0,0 1 0 0,2 0-1 0,0 0 1 0,-1 0 0 0,-1-1-1 0,-2 1 387-1,5-3 0 1,-3 0 0 0,-1 0 0 0,1 0 0 0,4 0 0 0,-3 2 0 0,4-1 0-1,1 1 0 1,1-1 0 0,-1 1 0 0,-1 1 0 0,-3 1 0 0,3 0 0 0,-3 2 0-1,0 0 0 1,-1 1 0 0,2-2 0 0,-3 0 0 0,0-1 0 0,1 0 0 0,0 0 0-1,0 2 0 1,1 2 0 0,0 2 0 0,2 2 0 0,0 1 0 0,-1 1 0 0,-2-1 0-1,-2-1-82 1,1 0 0 0,-3-1 0 0,0 0 0 0,3-1 82 0,0 0 0 0,2 1 0 0,2-1 0-1,1 0 0 1,-2-1 0 0,-3 1 0 0,6 0 0 0,-2-1 0 0,-2 1 0 0,2-3 0-1,-5 0 0 1,1-2 0 0,1 0 0 0,-2 0 0 0,-1 1-252 0,2 3 0 0,-2 1 0-1,0 0 0 1,0 0 252 0,1-3 0 0,0 0 0 0,-1 1 0 0,-1 2 517 0,3 5 1-1,-1 4-1 1,-2-1-517 0,7 0 0 0,-2 4 0 0,-4 10 0 0,-4 4 1638 0,-8-2 0-1,-5 2-1587 1,-10-4 1 0,-1 0 2884 0,12 11-2936 0,7-11 1813 0,-7-5-1813 0,5-3 0 0,1 5 480-1,-10 5 0 1,-1 1-480 0,7-2 0 0,0-2 0 0,-7 0 0 0,1-1 0 0,2-4 0-1,0-1 0 1,6 11 0 0,-3-10 0 0,0 1 0 0,-9 2 0 0,1 2 0 0,11 1 0-1,5 2 0 1,-3 2 0 0,-10 1 0 0,-3 3 0 0,1-1 0 0,8 2 0 0,1-1 0-1,-2 3 0 1,-6-2 0 0,-1 4 0 0,-1-1 0 0,0-2-365 0,3 2 0 0,0-2 1-1,-1 1 364 1,0 8 0 0,-1 1 0 0,2-1 0 0,3-7 0 0,0-1 0 0,-2-3 0 0,-4 1 0-1,-1-1 0 1,3-2 0 0,-1-1 0 0,6 6 0 0,-20-8 0 0,6-8 0 0,-16-10 547-1,-12 0 0 1,-6 1-547 0,-6 8 0 0,-5 1 0 0,-3-3 0 0,-4 1 0 0,-3 0-219-1,10-1 1 1,-2 1-1 0,-1 0 1 0,0 0-1 0,1-2 1 0,0-1-1 0,0 0 1-1,1-2-1 1,-2 2 1 0,2-1 0 0,0 0-1 0,1 0 1 0,-1 0-1 0,0 0 1 0</inkml:trace>
    </iact:actionData>
    <iact:actionData xml:id="d16" ref="#d13"/>
    <iact:actionData xml:id="d17">
      <inkml:trace xmlns:inkml="http://www.w3.org/2003/InkML" xml:id="stk15" contextRef="#ctx0" brushRef="#br0">14684 3423 24575 0,'0'0'0'33</inkml:trace>
    </iact:actionData>
  </iact:action>
  <iact:action type="add" startTime="18558">
    <iact:property name="dataType" value="strokeEraser"/>
    <iact:actionData xml:id="d18">
      <inkml:trace xmlns:inkml="http://www.w3.org/2003/InkML" xml:id="stk16" contextRef="#ctx1" brushRef="#br1">14684 3423 0,'-16'0'16,"16"0"0,0 0 1,-33 0-1,33-33 0,0 33 1,0 0-1,0 0 1</inkml:trace>
    </iact:actionData>
  </iact:action>
  <iact:action type="remove" startTime="19354">
    <iact:property name="style" value="instant"/>
    <iact:actionData xml:id="d19" ref="#d9"/>
    <iact:actionData xml:id="d20">
      <inkml:trace xmlns:inkml="http://www.w3.org/2003/InkML" xml:id="stk17" contextRef="#ctx0" brushRef="#br0">13510 3307 24575 0,'0'26'0'8,"30"-8"0"0,-23 21 0 0,0 9 0 0,11-12 0 0,5 1 0 0,-3 2-820 0,-9-5 1 0,-2 2 0 0,-1 1 0 0,1 1 570 0,2 3 1 0,2 2 0 0,0 0 0 0,-1-1 248 0,0 0 0 0,0-1 0 0,0 0 0 0,0-2 0 0,5 6 0 0,0-3 0 0,-1-4 0 0,-2 3 0 0,1-4 0 0,7-5 0 0,0-4 0 0,-3-2 0 0</inkml:trace>
    </iact:actionData>
  </iact:action>
  <iact:action type="remove" startTime="19387">
    <iact:property name="style" value="instant"/>
    <iact:actionData xml:id="d21" ref="#d4"/>
    <iact:actionData xml:id="d22">
      <inkml:trace xmlns:inkml="http://www.w3.org/2003/InkML" xml:id="stk18" contextRef="#ctx0" brushRef="#br0">13080 3803 24575 0,'-27'10'0'10,"-10"-3"0"1,33-7 0 0,-25-22 0-1,25 2 0 1,3-4 0 0,2 0 0-1,18-11 0 1,-1 20 0 0,4 4 0-1,6 1 0 1,1 5 0 0,2 11 0-1,-1 3 0 1,-4-5 0 0,-1 3 0-1,2 15 0 1,1 9 0 0,-8-1 0-1,-9 0 0 1,-3 1 0 0,8-3 0-1,2 3 0 1,-8 0 0 0,-14 0 0 0,-7 1 0-1,-3-4 0 1,-7 2 0 0,-3-3 0-1,-2 8 0 1,-1-3 0 0,2-14 0-1,2-5 0 1,7-6 0 0,16-7 0-1,31 0 0 1,0-3 0 0,4-1 0-1,3-4 0 1,3-1 0 0,-4 1 0-1,3-1 0 1,-5 1 0 0,-2-2 0-1,-1 1 0 1,3 2 0 0,-1-1 0 0</inkml:trace>
    </iact:actionData>
  </iact:action>
  <iact:action type="remove" startTime="19420">
    <iact:property name="style" value="instant"/>
    <iact:actionData xml:id="d23" ref="#d8"/>
    <iact:actionData xml:id="d24">
      <inkml:trace xmlns:inkml="http://www.w3.org/2003/InkML" xml:id="stk19" contextRef="#ctx0" brushRef="#br0">12386 3390 24575 0,'-9'15'0'6,"6"16"0"0,6 7 0 0,3 5 0 1,4 4-820-1,-1-9 1 0,2 3 0 0,0 1 0 1,-1-1 661-1,-3-3 1 0,0 0-1 1,-1-1 1-1,3 3 157 0,2-2 0 0,2 1 0 1,1 1 0-1,-2 0 0 0,-1-3 0 1,-4 2 0-1,-2-2 0 0,-1-1 0 0,2 1 0 1,1 2 0-1,1 1 0 0,0-2 0 1,0-2 0-1,0-3 0 0,0-2 0 0,-2-3 0 1,-5-1 0-1,2-3 0 0,11 5 0 1</inkml:trace>
    </iact:actionData>
  </iact:action>
  <iact:action type="remove" startTime="19436">
    <iact:property name="style" value="instant"/>
    <iact:actionData xml:id="d25" ref="#d3"/>
    <iact:actionData xml:id="d26">
      <inkml:trace xmlns:inkml="http://www.w3.org/2003/InkML" xml:id="stk20" contextRef="#ctx0" brushRef="#br0">11493 3820 24575 0,'-9'-7'0'11,"1"5"0"1,8-20 0 0,0 3 0 0,0 1 0 0,15 2 0-1,7 2 0 1,24 11 0 0,-6-6 0 0,3 3 0 0,-5 11 0 0,-1 5 0-1,-2-3 0 1,-4 4 0 0,-11 8 0 0,-5 3 0 0,0 13 0 0,-26-7 0-1,-9-1 0 1,-4-12 0 0,-4-1 0 0,-10 11 0 0,1-4 0 0,13-14 0-1,2-3 0 1,-10 4 0 0,12-1 0 0,31-7 0 0,-14-15 0 0,49 11 0-1,-21-3 0 1,1 0 0 0,11 5 0 0,1 4 0 0,3 4 0-1,1 2 0 1,4 0 0 0,-2 3 0 0,-8 5 0 0,-2 1 0 0,1-6 0-1,-6 3 0 1,-11 9 0 0,-10 0 0 0,-30 7 0 0,-5-2 0 0,-7-1 0-1,-7-8 0 1,-4-3 0 0,10-2 0 0,-2 0 0 0,4-2 0 0,4-2 0-1,3-1-286 1,2-1 0 0,2-2 1 0,0-6-1 0,4 0 1 0</inkml:trace>
    </iact:actionData>
  </iact:action>
  <iact:action type="remove" startTime="19454">
    <iact:property name="style" value="instant"/>
    <iact:actionData xml:id="d27" ref="#d7"/>
    <iact:actionData xml:id="d28">
      <inkml:trace xmlns:inkml="http://www.w3.org/2003/InkML" xml:id="stk21" contextRef="#ctx0" brushRef="#br0">11162 3423 24575 0,'-33'0'0'6,"15"0"0"1,3 15 0 0,30 10 0 0,-6 5 0 0,0 5 0 0,3 1 0 0,2 5-697-1,-3-6 1 1,1 6 0 0,0 0 0 0,-1 0 696 0,-2-3 0 0,0-1 0 0,0 0 0-1,0 2 0 1,3 4 0 0,1 1 0 0,0 0 0 0,-1-1 0 0,-1-1 0 0,0 0 0-1,-1-2 0 1,-2-4 0 0,2 3 0 0,-1-3 0 0,0 8 0 0,-3-5 0 0,-6-13 0 0</inkml:trace>
    </iact:actionData>
  </iact:action>
  <iact:action type="remove" startTime="19487">
    <iact:property name="style" value="instant"/>
    <iact:actionData xml:id="d29" ref="#d2"/>
    <iact:actionData xml:id="d30">
      <inkml:trace xmlns:inkml="http://www.w3.org/2003/InkML" xml:id="stk22" contextRef="#ctx0" brushRef="#br0">10385 3936 24575 0,'0'18'0'9,"7"-18"0"0,-5-11 0 0,20-20 0 0,-12 8 0 1,-1-2 0-1,1-1 0 0,-2-1 0 0,-5-4 0 1,-6 3 0-1,-23-5 0 0,-4 22 0 0,-4 7 0 1,7 9 0-1,-1 5 0 0,-15 4 0 0,7 5 0 1,21 10 0-1,19 17 0 0,14-31 0 0,8-4 0 1,15-1 0-1,4-2 0 0,-2 7 0 0,1 0 0 0,-13-11 0 1,1-2 0-1,-2 3 0 0,6 8 0 0,-6 5 0 1,-11 4 0-1,-6 4 0 0,-10 6 0 0,-6 4 0 1,-5-4 0-1,-3 2 0 0,-2-1 0 0,-3 7 0 1,-4-1 0-1,-4-8 0 0,-4-1 0 0,1-5 0 1,-1-4 0-1,0-5 0 0,-4-1 0 0,0-6 0 0,-8-18 0 1,26-9 0-1,2-5 0 0,-6-5 0 0,5-2 0 1,13-7 0-1,3-2 0 0,-7 1 0 0,5 1 0 1,25 3 0-1,8 2-469 0,-7-3 1 0,2 5 0 1,7 14 0-1,3 3 0 0,-7-2 0 0,0 1 0 1</inkml:trace>
    </iact:actionData>
  </iact:action>
  <iact:action type="remove" startTime="19520">
    <iact:property name="style" value="instant"/>
    <iact:actionData xml:id="d31" ref="#d6"/>
    <iact:actionData xml:id="d32">
      <inkml:trace xmlns:inkml="http://www.w3.org/2003/InkML" xml:id="stk23" contextRef="#ctx0" brushRef="#br0">9922 3572 24575 0,'0'37'0'10,"0"1"0"0,0-1 0 1,-1-1 0-1,1-1 0 1,1 6 0-1,1-5 0 0,1 5 0 1,1 3 0-1,1 1 0 1,-1-2 0-1,0-2-656 0,0-2 1 1,-1-2-1-1,1 0 1 1,0 0 0-1,1 2 402 1,1 1 1-1,1 1 0 0,0 2 0 1,0-1 0-1,0-2 0 1,0-3 0-1,1 12 0 0,1-3 0 1,-1-4 0-1,0-9 0 1,0-1 0-1,0 1 0 1</inkml:trace>
    </iact:actionData>
  </iact:action>
  <iact:action type="remove" startTime="19687">
    <iact:property name="style" value="instant"/>
    <iact:actionData xml:id="d33" ref="#d1"/>
    <iact:actionData xml:id="d34">
      <inkml:trace xmlns:inkml="http://www.w3.org/2003/InkML" xml:id="stk24" contextRef="#ctx0" brushRef="#br0">9293 3820 24575 0,'-18'-42'0'7,"18"1"0"1,26 15 0 0,-4 10 0 0,5 1 0-1,10 3 0 1,6 1 0 0,-5 1 0 0,-8 0 0-1,-1 0 0 1,3 3 0 0,1-1 0 0,-1 1 0 0</inkml:trace>
    </iact:actionData>
  </iact:action>
  <iact:action type="remove" startTime="19752">
    <iact:property name="style" value="instant"/>
    <iact:actionData xml:id="d35" ref="#d0"/>
    <iact:actionData xml:id="d36">
      <inkml:trace xmlns:inkml="http://www.w3.org/2003/InkML" xml:id="stk25" contextRef="#ctx0" brushRef="#br0">9227 3803 24575 0,'-18'0'0'10,"3"8"0"1,15 8 0 0,7 6 0 0,1 4 0 0,-5 0 0 0,-2 1 0-1,0 13 0 1,-2 1 0 0,-3-6 0 0,-3-2 0 0,-8-6 0 0,-2-2 0-1,-8 6 0 1,6-24 0 0,5-29 0 0,-1-13 0 0,19 3 0 0,3-2 0-1,-6 4 0 1,2-1 0 0,6 0 0 0,5-2 0 0,3 4 0 0,6 2 0-1,4 4 0 1,4-9 0 0,4 9 0 0,2 21 0 0,1 11 0 0,2 12 0-1,-5 8 0 1,-7 3 0 0,-4 6 0 0,-6-5 0 0,-2 3 0 0,-4-1 0-1,-5 10 0 1,-3-3 0 0,6-11 0 0,-5-2 0 0,-20 8 0 0,-7-7 0-1,-2-16 0 1,0 3 0 0,0-2 0 0,8-8 0 0,8-7 0 0</inkml:trace>
    </iact:actionData>
  </iact:action>
  <iact:action type="remove" startTime="20019">
    <iact:property name="style" value="instant"/>
    <iact:actionData xml:id="d37" ref="#d11"/>
    <iact:actionData xml:id="d38">
      <inkml:trace xmlns:inkml="http://www.w3.org/2003/InkML" xml:id="stk26" contextRef="#ctx0" brushRef="#br0">8483 3737 24575 0,'0'-30'0'4,"0"0"0"0,7 5 0 1,1 2 0-1,-4-8 0 0,18 42 0 1,-13 12 0-1,-2 11 0 0,0 0 0 1,-1 6 0-1,0 4 0 0,1 1-656 1,-1-2 1-1,1 2-1 1,0 1 1-1,0 2 0 0,-1 0 232 1,-2-10 1-1,0 2 0 0,0 0-1 1,-1 0 1-1,0 1 0 0,1 1 0 1,0 0 422-1,-1-2 0 1,1 2 0-1,0 1 0 0,0 0 0 1,0-1 0-1,0 0 0 0,0-1 0 1,0-2-189-1,0 4 0 0,0-3 1 1,0 0-1-1,0-1 1 0,1 0-1 1,0 1 189-1,0 3 0 1,1 2 0-1,1 0 0 0,0-1 0 1,0-3 0-1,1-5-469 0,3 3 1 1,0-5 0-1,2-3 0 0,6 12 0 1,2-9 0-1,12-10 0 1</inkml:trace>
    </iact:actionData>
  </iact:action>
  <iact:action type="remove" startTime="20303">
    <iact:property name="style" value="instant"/>
    <iact:actionData xml:id="d39" ref="#d10"/>
    <iact:actionData xml:id="d40">
      <inkml:trace xmlns:inkml="http://www.w3.org/2003/InkML" xml:id="stk27" contextRef="#ctx0" brushRef="#br0">9889 4944 24575 0,'0'-24'0'2,"15"-1"0"1,25 6 0-1,-12 9 0 1,5-1 0 0,3 3 0-1,0 5 0 1,1 3 0-1,4 1 0 1,3-3-469 0,-4-1 1-1,3-1 0 1,3-2 0-1,1 0 0 1,1 0 0 0,0 0 0-1,0 1 58 1,-4-1 0-1,1 2 1 1,-1-1-1 0,2-1 1-1,-1 1-1 1,1 0 0-1,1-1 1 1,0 0 321 0,-6 1 1-1,0 0 0 1,0-1 0-1,0 0-1 1,0 1 1 0,2-2 0-1,0 1 0 1,1 0 0-1,1-1-1 1,1 0 88 0,-6 0 0-1,1 1 0 1,1-1 0-1,1 0 0 1,1 0 0 0,0-1 0-1,1 0 0 1,0 1 0-1,0-1 0 1,0 0 0 0,0 0 0-1,-1 1 0 1,-1-1 0-1,-1 1 0 1,-1-1-298 0,6 0 0-1,-2 0 0 1,-1-1 0-1,0 1 0 1,-1 0 0 0,0 0 0-1,0 0 0 1,1 0 1 0,0 0-1-1,2 0 0 1,1-1 297-1,-5 2 1 1,2 0-1 0,0 0 1-1,2-1 0 1,0 1-1-1,0-1 1 1,1 1-1 0,0 0 1-1,0-1 0 1,0 1-1-1,-1 0 1 1,-1 0 0 0,-1 1-1-1,-1-1 1 1,-1 1 0-1,5-1 0 1,-1 0 0 0,-1 1 0-1,0-1 0 1,-2 1 0-1,0 0 0 1,0 0 0 0,-1 0 0-1,0 1 0 1,0 0 0-1,0 0 0 1,4-1 0 0,0 1 0-1,-1 0 0 1,0 0 0-1,0 1 0 1,-1-1 0 0,-1 1 0-1,1 1 0 1,-1-1-194-1,1 1 1 1,1 1 0 0,0 0 0-1,-1 1 0 1,0-1 0-1,-2 0 0 1,-1 0-1 0,-3 0 194-1,7-3 0 1,-2 1 0-1,-2-2 0 1,-2 2 0 0,-1 1 0-1,2 2 0 1,0 1 0-1,-5 0 0 1,-9-3 0 0,0-12 0-1,-15 15 0 1,-26 0 0 0</inkml:trace>
    </iact:actionData>
  </iact:action>
  <iact:action type="remove" startTime="20603">
    <iact:property name="style" value="instant"/>
    <iact:actionData xml:id="d41" ref="#d5"/>
    <iact:actionData xml:id="d42">
      <inkml:trace xmlns:inkml="http://www.w3.org/2003/InkML" xml:id="stk28" contextRef="#ctx0" brushRef="#br0">14139 3770 24575 0,'0'-18'0'10,"0"-12"0"1,0 19 0 0,0-20 0 0,-8-2 0-1,-8 13 0 1,-3 0 0 0,-3 3 0 0,-22 14 0 0,12-7 0-1,0 5 0 1,6 13 0 0,1 6 0 0,-2 1 0 0,4 5 0-1,8 11 0 1,4 4 0 0,1 3 0 0,5-1 0 0,10-6 0-1,5-1 0 1,0 1 0 0,6-7 0 0,17-17 0 0,6-10 0-1,0-4 0 1,1-5 0 0,-5 0 0 0,-1-5 0 0,-7-1 0-1,0-4 0 1,-5 1 0 0,-7 2 0 0,-1 2 0 0,3-2 0-1,-1 3 0 1,6-6 0 0,-20 22 0 0,20 22 0 0,-18 13 0-1,10-11 0 1,1 3 0 0,-13 16 0 0,0 0 0 0,13-10 0-1,-1-1 0 1,-11 8 0 0,-2 0 0 0,6-5 0 0,1-5 0-1,-1-1 0 1,-5 1 0 0,5-30 0 0,-7 0 0 0</inkml:trace>
    </iact:actionData>
  </iact:action>
  <iact:action type="add" startTime="19271">
    <iact:property name="dataType" value="strokeEraser"/>
    <iact:actionData xml:id="d43">
      <inkml:trace xmlns:inkml="http://www.w3.org/2003/InkML" xml:id="stk29" contextRef="#ctx1" brushRef="#br1">13907 3423 0,'0'33'16,"-16"0"0,-17-16 0,-1 16 1,-15 0-1,-133 0 0,-50 17 1,-49 32-1,-99 1 0,-215 66 1,82 0-1,50-67 0,50 1 1,16-17-1,165-66 0,67 0 1,82-66-1,-33-17 0,50 1 1,33-34-1,33 33 0,-16 17 1,16-17-1,16 1 0,-16 15 1,33 18-1,-82 49 0,-67 49 0,-66 34 1,50 16-1,-133 67 0,149-100 1,83-50-1,33 18 0,83-68 1,66-15-1,0-17 0,-1 66 1,-148 33-1,-99 49 0,-33 18 1,16-18-1,0-32 0,34 16 1,16-33-1,66-16 0,82-17 1,1 0-1,66-50 0,-33 50 1,-50 0-1,-99 33 0,-116 50 0,33 33 1,0-34-1,67-32 0,-17 49 1,66-49-1,115-17 0,117-33 1,65 0-1,34-33 0,50 0 1,164-83-1,-148 33 0,-50 34 1,-32 16-1,-200-1 0,-115 34 1,-16 34-1,-50-34 0,66 0 1,33-67-1,82 18 0,117-34 1,165-33-1,-83 34 0,0-18 0,0 51 1,34-17-1,-150 49 0,-165-16 1,116 0-1,-149 33 0,33 0 1,-66 0-1,33 0 0,-33 33 1,33 17-1,0-17 0,83-33 1,16 0-1,17 0 0,-100 0 1,17 0-1,-115 0 0,-34 0 1,33 0-1,-33 66 0,50-66 1</inkml:trace>
    </iact:actionData>
  </iact:action>
  <iact:action type="add" startTime="21421">
    <iact:property name="dataType" value="strokeEraser"/>
    <iact:actionData xml:id="d44">
      <inkml:trace xmlns:inkml="http://www.w3.org/2003/InkML" xml:id="stk30" contextRef="#ctx1" brushRef="#br1">9409 4085 0,'-116'-34'20,"50"34"1,66-16 0,0 16 0,0 16 0,0-16 0,0 0 0,0 67 0,0-67 0</inkml:trace>
    </iact:actionData>
  </iact:action>
  <iact:action type="add" startTime="21641">
    <iact:property name="dataType"/>
    <iact:actionData xml:id="d45">
      <inkml:trace xmlns:inkml="http://www.w3.org/2003/InkML" xml:id="stk31" contextRef="#ctx0" brushRef="#br0">9227 4118 24575 0,'-36'15'0'13,"-1"0"0"0,0 0 0 1,8-2 0-1,-1-1 0 0,1 0 0 1</inkml:trace>
    </iact:actionData>
  </iact:action>
  <iact:action type="add" startTime="25520">
    <iact:property name="dataType"/>
    <iact:actionData xml:id="d46">
      <inkml:trace xmlns:inkml="http://www.w3.org/2003/InkML" xml:id="stk32" contextRef="#ctx0" brushRef="#br0">7508 3307 24575 0,'0'19'0'12,"0"10"0"0,0-25 0 0,0 10 0 0,-15-14 0 1,-11 8 0-1,3-8 0 0,-3 2 0 0,-7 8 0 1,-1 2 0-1,0-11 0 0,0 1 0 0,7 13 0 0,3 0 0 1,-7-12 0-1,23 12 0 0,8-15 0 0,0 15 0 1,0 10 0-1,1 9 0 0,-2 4 0 0,-5-3 0 0,-2 2 0 1,2-5 0-1,0 2 0 0,-1-3 0 0,-1 1 0 1,-2-3 0-1,-6 0 0 0,3-3 0 0,9-8 0 0,-11-3 0 1,15-30 0-1,0-3 0 0,0-8 0 0,30-5 0 1,-10 10 0-1,4 2 0 0,11 3 0 0,5 2 0 0,-11 3 0 1,2 0 0-1,-1 2 0 0,13 3 0 0,-1 5 0 1,-12-1 0-1,0 4 0 0,6 6 0 0,-4 6 0 0,-2 21 0 1,-12 1 0-1,-22 10 0 0,-19-24 0 0,-9-3 0 1,4-8 0-1,-2-3 0 0,-2 2 0 0,-4 6 0 0,-2 1 0 1,0-4-1093-1,1-7 1 0,-1-4 0 0,3 1 436 1,-9 5 1-1,7-1-1 0,4-7 1 0,18 0 0 1</inkml:trace>
    </iact:actionData>
  </iact:action>
  <iact:action type="add" startTime="27253">
    <iact:property name="dataType"/>
    <iact:actionData xml:id="d47">
      <inkml:trace xmlns:inkml="http://www.w3.org/2003/InkML" xml:id="stk33" contextRef="#ctx0" brushRef="#br0">8632 3654 24575 0,'9'0'0'23,"-1"0"0"0,-8 0 0 0,0 0 0 0,29 0 0 0,-7-14 0 0,6 12 0 0,-1 0 0 0,-7-13 0 0,17 15 0 0,-11 30 0 0,-6-15 0 0,-7 6 0 0,-4 3 0 0,-9 2 0 1,-22 15 0-1,2-6 0 0,-2-7 0 0,-4-1 0 0,1-12 0 0,0-1 0 0,3 10 0 0,0-2 0 0,-18-11 0 0,9 4 0 0,5-15 0 0,-7-15 0 0,15 4 0 0,7-11 0 0,7-2 0 1,19-5 0-1,-8 1 0 0,4 1 0 0,7 8 0 0,4 3 0 0,10-5 0 0,1 1 0 0,-7 7 0 0,3 0 0 0,15-3 0 0,-2 1 0 0,-11 4 0 0,-4 3 0 0,-2 1 0 0,-7 7 0 1</inkml:trace>
    </iact:actionData>
  </iact:action>
  <iact:action type="add" startTime="28853">
    <iact:property name="dataType"/>
    <iact:actionData xml:id="d48">
      <inkml:trace xmlns:inkml="http://www.w3.org/2003/InkML" xml:id="stk34" contextRef="#ctx0" brushRef="#br0">8764 3621 24575 0,'-9'19'0'10,"-13"10"0"0,4-25 0 1,-9 5 0-1,-1-3 0 1,-11-21 0-1,10 4 0 1,3-4 0-1,8-20 0 0,3-5 0 1,15-1 0-1,12 16 0 1,5 1 0-1,-4 1 0 1,4 2 0-1,19 1 0 0,7 7 0 1,2 9 0-1,1 8 0 1,-14-1 0-1,0 3 0 1,0 3 0-1,3 6 0 0,-1 4 0 1,-6 2 0-1,-2 8 0 1,-7 3 0-1,-6 6 0 1,-12-1 0-1,-17-10 0 0,-8-2 0 1,-1 0 0-1,-3-5 0 1,-13-12 0-1,1-5 0 1,17 5 0-1,0-1 0 0,-21-5 0 1,5-4 0-1,21 2 0 1,-26 0 0-1,44 0 0 1</inkml:trace>
    </iact:actionData>
  </iact:action>
  <iact:action type="add" startTime="29725">
    <iact:property name="dataType"/>
    <iact:actionData xml:id="d49">
      <inkml:trace xmlns:inkml="http://www.w3.org/2003/InkML" xml:id="stk35" contextRef="#ctx0" brushRef="#br0">9608 3572 24575 0,'-26'9'0'11,"0"0"0"0,-14 6 0 0,23-15 0 0,10-15 0 0,29 12 0 0,13-12 0 0,-10 14 0 0,1 2 0 0,7-2 0 0,-1 2 0 0,4 14 0 0,-11-4 0 0,-4 3 0 0,-10 21 0 0,-8-11 0 0,-6 0 0 1,-22 11 0-1,-10-9 0 0,12-11 0 0,-2-1 0 0,-1-8 0 0,2-1 0 0,-5 12 0 0,0-10 0 0,43-7 0 0,27 0 0 0,-13-1 0 0,4 2 0 0,14 4 0 0,-2 5 0 0,-15 5 0 0,-3 3 0 0,0-5 0 1,-6 3 0-1,-13 14 0 0,-14 1 0 0,-16-12 0 0,-7-2 0 0,0 9 0 0,-4-2 0 0,2-13 0 0,-3-3 0 0,3-1 0 0,-4 1 0 0,4-2 0 0,5-3 0 0,6-6 0 0,4-11 0 0,10 3 0 0,7-13 0 1</inkml:trace>
    </iact:actionData>
  </iact:action>
  <iact:action type="add" startTime="30540">
    <iact:property name="dataType"/>
    <iact:actionData xml:id="d50">
      <inkml:trace xmlns:inkml="http://www.w3.org/2003/InkML" xml:id="stk36" contextRef="#ctx0" brushRef="#br0">10583 3737 24575 0,'0'-26'0'10,"0"10"0"1,15-6 0-1,25 3 0 1,-10 9 0-1,1 2 0 1,0 6 0-1,-1 4 0 1,-4 4 0-1,-5 6 0 1,-8 21 0-1,-9 4 0 1,-2-13 0-1,-4 2 0 1,-5 8 0 0,-4 5 0-1,-2-4 0 1,-5-2 0-1,-1-1 0 1,3-5 0-1,0 2 0 1,-2-5 0-1,-3-4 0 1,2-5 0-1,1 7 0 1,18-22 0-1,3 0 0 1,32-6 0 0,11-2 0-1,-20 6 0 1,1 0 0-1,13-3 0 1,5-1 0-1,-3 2-560 1,3 4 1-1,-3 0 559 1,-4 0 0-1,-1 0 0 1,-8 0 0-1,-3 0 0 1,7 0 0 0</inkml:trace>
    </iact:actionData>
  </iact:action>
  <iact:action type="add" startTime="31139">
    <iact:property name="dataType"/>
    <iact:actionData xml:id="d51">
      <inkml:trace xmlns:inkml="http://www.w3.org/2003/InkML" xml:id="stk37" contextRef="#ctx0" brushRef="#br0">11840 3654 24575 0,'18'0'0'13,"-3"0"0"0,-15-14 0 1,0 10 0-1,-15-18 0 0,12 6 0 1,-19 5 0-1,-9-4 0 1,1 30 0-1,-4-12 0 0,-2 5 0 1,12 14 0-1,2 1 0 0,0-12 0 1,2 1 0-1,5 17 0 1,8 2 0-1,14-1 0 0,15-9 0 1,2-2 0-1,-5-2 0 0,9-17 0 1,8-6 0-1,-5-3 0 1,4-11 0-1,1 0 0 0,0-1 0 1,-3-5 0-1,-2 10 0 0,-20 9 0 1,4 7 0-1,0 22 0 1,-12 13 0-1,5 3 0 0,-1 4 0 1,-7-1 0-1,0-3 0 0,7-8 0 1,1 1 0-1,-8 15 0 1,3-4 0-1,19-14 0 0,-20 3 0 1,-2 0 0-1,8-7 0 1</inkml:trace>
    </iact:actionData>
  </iact:action>
  <iact:action type="add" startTime="39853">
    <iact:property name="dataType"/>
    <iact:actionData xml:id="d52">
      <inkml:trace xmlns:inkml="http://www.w3.org/2003/InkML" xml:id="stk38" contextRef="#ctx0" brushRef="#br0">11096 4432 24575 0,'0'-19'0'17,"0"-3"0"0,0 20 0 0,0-5 0 1</inkml:trace>
    </iact:actionData>
  </iact:action>
  <iact:action type="add" startTime="40390">
    <iact:property name="dataType"/>
    <iact:actionData xml:id="d53">
      <inkml:trace xmlns:inkml="http://www.w3.org/2003/InkML" xml:id="stk39" contextRef="#ctx0" brushRef="#br0">10815 4349 24575 0,'-19'0'0'14,"5"-15"0"0,14 12 0 0,0 3 0 1,0 3 0-1,0 12 0 0,0-15 0 0,0 0 0 1,-15 0 0-1,11 0 0 0,-10 0 0 1,14 0 0-1,0 0 0 0,14 0 0 0,12 0 0 1,14 7 0-1,6 1 0 0,-1-7 0 0,1 1 0 1,-9 5 0-1,2 2 0 0,0-3 0 1,0-4 0-1,0-2 0 0,-5 0 0 0,-8 4 0 1,-2 0 0-1,17-4 0 0,-16 0 0 0,-36 0 0 1,0 0 0-1,-10 0 0 0,-8 0 0 1,-3 0 0-1,-5 0 0 0,4 0 0 0,2 0 0 1,-1 0 0-1,-1-1 0 0,-5 1 0 0,-1-2 0 1,6-3 0-1,-2-10 0 0,2-1 0 1,-14 9 0-1,4-1 0 0,16-8 0 0,13 3 0 1,29 13 0-1,7 0 0 0,16 6 0 1,9 3 0-1,-10-3 0 0,2 0 0 0,0 0-202 1,-2 0 1-1,-1 0 0 0,2 0 201 0,8 4 0 1,1-1 0-1,-14-6 0 0,-18-8 0 1,-30-4 0-1,-16 1 0 0,-13-1 0 0,0 0 0 1,1-2 0-1,-1-1 0 0,0 2-226 0,-1 3 0 1,-2 1 0-1,4 1 226 0,7-1 0 1,1 0 0-1,8 3 0 0,1 3 0 0,67 15 0 1,-11-6 0-1,4 0 0 0,8 0 0 0,-1 0 291 1,-11 0 1-1,-3-3-292 0,-1-6 0 1,-63-15 0-1,13 14 0 0,-2-1 0 0,-11-12 0 1,-1-2 0-1,10 7 0 0,1 0 0 1</inkml:trace>
    </iact:actionData>
  </iact:action>
  <iact:action type="add" startTime="48154">
    <iact:property name="dataType"/>
    <iact:actionData xml:id="d54">
      <inkml:trace xmlns:inkml="http://www.w3.org/2003/InkML" xml:id="stk40" contextRef="#ctx0" brushRef="#br0">7474 4316 24575 0,'-42'0'0'10,"16"0"0"0,12 0 0 1,14 0 0-1,0 15 0 1,0-12 0-1,0 12 0 0,37-15 0 1,-9-1 0-1,4 2 0 1,0 3 0-1,2 2 0 0,1-1 0 1,4-4 0-1,1 0 0 1,-3 0 0-1,4 7 0 0,-3-1 0 1,-3-7 0-1,-15 0 0 1,-49 7 0-1,0-6 0 0,-5 0 0 1,-2 6 0-1,-4 2 0 1,0-3 0-1,6-4 0 0,-1-1 0 1,2 0 0-1,-1 4 0 1,0 1 0-1,4-2 0 0,-14-4 0 1,0 0 0-1,33 0 0 1,-6 0 0-1,10 0 0 1</inkml:trace>
    </iact:actionData>
  </iact:action>
  <iact:action type="add" startTime="51837">
    <iact:property name="dataType"/>
    <iact:actionData xml:id="d55">
      <inkml:trace xmlns:inkml="http://www.w3.org/2003/InkML" xml:id="stk41" contextRef="#ctx0" brushRef="#br0">2762 5920 24575 0,'0'-9'0'60,"-15"9"0"0,11 2 0 1,-10 5 0-1,14 8 0 0,0 18 0 1,0 11 0-1,0-8 0 0,0 0 0 1,0 9 0-1,-8-15 0 0,1-4 0 1,3-8 0-1,-11-3 0 0,15-15 0 1,0-15 0-1,0-11 0 0,-3-4 0 1,-1-4 0-1,3-7 0 0,0-3 0 1,-1 13 0-1,-1 0 0 1,1 0 0-1,0-11 0 0,4 1 0 1,7 4 0-1,4 2 0 0,2 8 0 1,5 3 0-1,11-3 0 0,4 4 0 1,1 9 0-1,3 3 0 0,-7 0 0 1,1 0 0-1,0 3 0 0,7 4 0 1,-1 5 0-1,4 2 0 0,-5 8 0 1,-17 8 0-1,-8 6 0 1,-7 11 0-1,-12 4 0 0,-5-12 0 1,-7 0 0-1,-2-2 0 0,-12 6 0 1,-6-3 0-1,1-4 0 0,-5-1 0 1,2-3 0-1,9-10 0 0,2-2 0 1,-1 0 0-1,-3 3 0 0,-1 0 0 1,3-5 0-1,0-5 0 0,5-4 0 1,1 1 0-1,10-7 0 1</inkml:trace>
    </iact:actionData>
  </iact:action>
  <iact:action type="add" startTime="55807">
    <iact:property name="dataType"/>
    <iact:actionData xml:id="d56">
      <inkml:trace xmlns:inkml="http://www.w3.org/2003/InkML" xml:id="stk42" contextRef="#ctx0" brushRef="#br0">3109 6251 24575 0,'0'-33'0'12,"15"0"0"0,-4 12 0 0,3 1 0 1,4 3 0-1,-1-1 0 0,-3-2 0 0,-2 0 0 1,3-6 0-1,-45 10 0 0,1 16 0 1,-6 19 0-1,-2 7 0 0,6-6 0 0,2 1 0 1,-3 10 0-1,5 2 0 0,4-7 0 0,13-4 0 1,39-2 0-1,-7-7 0 0,4-4 0 1,10-9 0-1,3-7 0 0,-7-1 0 0,1-3 0 1,-4-1 0-1,-3-2 0 0,-3-2 0 0,7-3 0 1,-4-2 0-1,-12-10 0 0,-28 20 0 1,10-4 0-1,-25 30 0 0,25 10 0 0,-11 10 0 1,15 6 0-1,15-23 0 0,18-18 0 0,-12-14 0 1,2-5 0-1,10-1 0 0,-2-4 0 1,-11-11 0-1,-3-2 0 0,8 7 0 0,-4 0 0 1,-14 0 0-1,-3 1 0 0,11-12 0 0,-15 25 0 1,-22 16 0-1,16 31 0 0,-16-2 0 1,29 6 0-1,8 0 0 0,5 4 0 0,3-6 0 1,2-4 0-1,10-8 0 0,-9 15 0 0,-12-32 0 1,-28 11 0-1,3-15 0 0,-35 0 0 1,31 0 0-1,-14-15 0 0,58-3 0 0,-14-8 0 1,20 4 0-1,5-2 0 0,-11-1 0 0,-3-2 0 1,2 1 0-1,-2-1 0 0,-1-2 0 1,-6 3 0-1,-18 8 0 0,-1 3 0 0,-31 30 0 1,17 3 0-1,-13 1 0 0,2 2 0 0,20 14 0 1,-3 6 0-1,34-8 0 0,16-15 0 1,-13-9 0-1,-1-3 0 0,2-6 0 0,-1 7 0 1,-44-5 0-1,-3 20 0 0,-8-18 0 0,10 25 0 1,-6-25 0-1,18 11 0 0,-11-15 0 1</inkml:trace>
    </iact:actionData>
  </iact:action>
  <iact:action type="add" startTime="57239">
    <iact:property name="dataType"/>
    <iact:actionData xml:id="d57">
      <inkml:trace xmlns:inkml="http://www.w3.org/2003/InkML" xml:id="stk43" contextRef="#ctx0" brushRef="#br0">4448 5639 24575 0,'19'-26'0'10,"-5"10"0"0,-28 16 0 0,3 16 0 0,-15 12 0 0,-2 7 0 0,12 3 0 0,1 3-221 0,-3-9 0 0,-3 2 0 0,5 1 221 0,7 2 0 0,4 1 0 0,1-1 0 0,-5 4 0 0,3-3 0 0,5-3 0 0,2-4 0 0,-1 0 163 0,0-23-163 0,15-16 0 0,-12-8 0 0,27 5 0 0,-27-19 0 0,12 12 0 0</inkml:trace>
    </iact:actionData>
  </iact:action>
  <iact:action type="add" startTime="61237">
    <iact:property name="dataType"/>
    <iact:actionData xml:id="d58">
      <inkml:trace xmlns:inkml="http://www.w3.org/2003/InkML" xml:id="stk44" contextRef="#ctx0" brushRef="#br0">2447 7160 24575 0,'26'-7'0'13,"-9"-10"0"0,5 6 0 0,-19-3 0 1,12 14 0-1,-15 14 0 0,0-10 0 1,0 33 0-1,0-17 0 0,1 3 0 1,-2 2 0-1,-6 0 0 0,-1-1 0 0,5 6 0 1,-12 6 0-1,30-56 0 0,-12 7 0 1,12-9 0-1,0-3 0 0,-12-10 0 1,5 10 0-1,-1 2 0 0,-7 3 0 1,8-2 0-1,-7 29 0 0,21-5 0 0,-3 20 0 1,21-4 0-1,-16-7 0 0,2-3 0 1,-1-6 0-1,1-4 0 0,8-8 0 1,-3-6 0-1,-2-19 0 0,-5 22 0 1,-4 0 0-1,-16-16 0 0,10 25 0 0,-14-10 0 1,0 50 0-1,8-12 0 0,-1 10 0 1,2 2 0-1,4-13 0 0,0-2 0 1,5 14 0-1,12-13 0 0,-12-22 0 1</inkml:trace>
    </iact:actionData>
  </iact:action>
  <iact:action type="add" startTime="62023">
    <iact:property name="dataType"/>
    <iact:actionData xml:id="d59">
      <inkml:trace xmlns:inkml="http://www.w3.org/2003/InkML" xml:id="stk45" contextRef="#ctx0" brushRef="#br0">3225 7144 24575 0,'0'9'0'11,"-15"13"0"1,11-4 0 0,-10 15 0 0,14-14 0 0,0 3 0 0,0-13 0 0</inkml:trace>
    </iact:actionData>
  </iact:action>
  <iact:action type="add" startTime="62240">
    <iact:property name="dataType"/>
    <iact:actionData xml:id="d60">
      <inkml:trace xmlns:inkml="http://www.w3.org/2003/InkML" xml:id="stk46" contextRef="#ctx0" brushRef="#br0">3158 6813 24575 0,'-23'-24'0'13,"12"13"0"1,11 11 0-1,11 4 0 1,11 7 0 0,2 0 0-1,-2-9 0 1,9 1 0 0,-2-6 0-1,-14-29 0 1,14 3 0 0,-40 8 0-1,-7 2 0 1,3 2 0 0,-31 17 0-1,35 17 0 1,-3 8 0 0</inkml:trace>
    </iact:actionData>
  </iact:action>
  <iact:action type="add" startTime="62780">
    <iact:property name="dataType"/>
    <iact:actionData xml:id="d61">
      <inkml:trace xmlns:inkml="http://www.w3.org/2003/InkML" xml:id="stk47" contextRef="#ctx0" brushRef="#br0">3621 7078 24575 0,'-21'27'0'10,"0"1"0"0,-1-1 0 0,-8 7 0 1,9-16 0-1,21-37 0 0,14 1 0 0,5-19 0 1,7 17 0-1,-11 0 0 0,1 0 0 1,9 1 0-1,-6 19 0 0,10 33 0 0,-22-4 0 1,-3 1 0-1,4-3 0 0,1-1 0 0,1-1 0 1,2-2 0-1,6 8 0 0,15-5 0 1</inkml:trace>
    </iact:actionData>
  </iact:action>
  <iact:action type="add" startTime="63123">
    <iact:property name="dataType"/>
    <iact:actionData xml:id="d62">
      <inkml:trace xmlns:inkml="http://www.w3.org/2003/InkML" xml:id="stk48" contextRef="#ctx0" brushRef="#br0">4200 7078 24575 0,'43'14'0'27,"-18"-10"0"0,-10 11 0 1</inkml:trace>
    </iact:actionData>
  </iact:action>
  <iact:action type="add" startTime="63272">
    <iact:property name="dataType"/>
    <iact:actionData xml:id="d63">
      <inkml:trace xmlns:inkml="http://www.w3.org/2003/InkML" xml:id="stk49" contextRef="#ctx0" brushRef="#br0">4316 7193 24575 0,'-18'0'0'14,"-12"0"0"0,41 0 0 1,-22 0 0-1,55 0 0 0,-7 0 0 1</inkml:trace>
    </iact:actionData>
  </iact:action>
  <iact:action type="add" startTime="63573">
    <iact:property name="dataType"/>
    <iact:actionData xml:id="d64">
      <inkml:trace xmlns:inkml="http://www.w3.org/2003/InkML" xml:id="stk50" contextRef="#ctx0" brushRef="#br0">5110 6929 24575 0,'-9'0'0'13,"1"0"0"0,8 0 0 0,-14-8 0 0,10 7 0 0,-11-22 0 0,15 5 0 1,0-22 0-1,0 5 0 0,0 9 0 0,0 11 0 0,15 15 0 0,-4 22 0 1,20 13 0-1,-20 9 0 0,-2-1 0 0,-3-1 0 0,-6-7 0 0,-5 0 0 1,-5-2 0-1,-16-7 0 0,9-9 0 0,0-1 0 0,-9 2 0 0,11-3 0 0,15-15 0 1,29 0 0-1,-1 0 0 0,3 0 0 0,8 0 0 0,1 0 0 0,-2 0 0 1,0 0 0-1,10 0 0 0,-5 0 0 0,-8 0 0 0,-4 0 0 0,-1 0 0 1</inkml:trace>
    </iact:actionData>
  </iact:action>
  <iact:action type="add" startTime="64606">
    <iact:property name="dataType"/>
    <iact:actionData xml:id="d65">
      <inkml:trace xmlns:inkml="http://www.w3.org/2003/InkML" xml:id="stk51" contextRef="#ctx0" brushRef="#br0">5027 6879 24575 0,'-9'18'0'15,"-13"-3"0"0,3-15 0 0,-14 0 0 0,15-15 0 0,3 12 0 0,15-27 0 0,0 12 0 0,0 0 0 0,0 3 0 0,15 15 0 0,18 0 0 0,11 15 0 0,-18-7 0 0,-2 2 0 0,9 23 0 0,-17 8 0 0,-13-17 0 0,-6 1 0 0,-11 1 0 0,-3 0 0 0,10 0 0 0,-1-3 0 0,-21 3 0 0,29-11 0 0,15-15 0 0,11 0 0 0,8 0 0 0,7 14 0 0,-8 5 0 0</inkml:trace>
    </iact:actionData>
  </iact:action>
  <iact:action type="add" startTime="66120">
    <iact:property name="dataType"/>
    <iact:actionData xml:id="d66">
      <inkml:trace xmlns:inkml="http://www.w3.org/2003/InkML" xml:id="stk52" contextRef="#ctx0" brushRef="#br0">2679 8235 24575 0,'0'9'0'15,"0"13"0"0,0 11 0 0,0 12 0 0,3-21 0 0,1 1 0 0,-2 16 0 0,5-23 0 0,-7-3 0 0,0-15 0 1</inkml:trace>
    </iact:actionData>
  </iact:action>
  <iact:action type="add" startTime="66389">
    <iact:property name="dataType"/>
    <iact:actionData xml:id="d67">
      <inkml:trace xmlns:inkml="http://www.w3.org/2003/InkML" xml:id="stk53" contextRef="#ctx0" brushRef="#br0">2795 7888 24575 0,'-24'-9'0'13,"0"-1"0"1,2-4 0-1,-8 28 0 1,30 5 0-1,15-1 0 1,18 4 0-1,11-27 0 1,-18 2 0 0,-2-3 0-1,2-20 0 1,-26-7 0-1,-19 14 0 1,1 19 0-1,-4 19 0 1,13 14 0 0</inkml:trace>
    </iact:actionData>
  </iact:action>
  <iact:action type="add" startTime="66931">
    <iact:property name="dataType"/>
    <iact:actionData xml:id="d68">
      <inkml:trace xmlns:inkml="http://www.w3.org/2003/InkML" xml:id="stk54" contextRef="#ctx0" brushRef="#br0">3357 8252 24575 0,'-7'18'0'11,"-25"-3"0"0,32-15 0 0,-11 0 0 0,37 0 0 0,20 0 0 0,-2 0 0 0</inkml:trace>
    </iact:actionData>
  </iact:action>
  <iact:action type="add" startTime="67106">
    <iact:property name="dataType"/>
    <iact:actionData xml:id="d69">
      <inkml:trace xmlns:inkml="http://www.w3.org/2003/InkML" xml:id="stk55" contextRef="#ctx0" brushRef="#br0">3936 8086 24575 0,'-41'-3'0'9,"6"6"0"1,11 15 0 0,1 5 0 0,-3 1 0 0,2 1 0 0,4 1 0 0,3 0 0 0,-7 9 0 0,48-13 0 0,7-26 0 0,4-7 0 0,4 7 0 0,1-3 0 0,-7-6 0 0,1-4 0 0,-3 1 0 0,1 2 0 0,-4-1 0 0,-3-6 0 0,-9 1 0 0,-16 4 0 0,-41 16 0 0,3 2 0 0,10 7 0 0,1 4 0 0,-6 5 0 0</inkml:trace>
    </iact:actionData>
  </iact:action>
  <iact:action type="add" startTime="68453">
    <iact:property name="dataType"/>
    <iact:actionData xml:id="d70">
      <inkml:trace xmlns:inkml="http://www.w3.org/2003/InkML" xml:id="stk56" contextRef="#ctx0" brushRef="#br0">2613 9360 24575 0,'-19'9'0'14,"-3"-2"0"0,21-7 0 1,-7 0 0-1,-7 0 0 1,12-7 0-1,-12-10 0 1,30-8 0-1,-4-9 0 0,20 9 0 1,-8 9 0-1,2 0 0 1,1 3 0-1,1 1 0 1,2 1 0-1,1 3 0 0,0 5 0 1,-5 6 0-1,-5 23 0 1,2 9 0-1,-19-5 0 1,-6 2 0-1,-6 2 0 0,-4 0 0 1,5 2 0-1,-4-2 0 1,-14 4 0-1,-3-4 0 1,7-12 0-1,0-2 0 0,-3 9 0 1,0-3 0-1,4-11 0 1,2 0 0-1,0 16 0 1,5-24 0-1,14-7 0 0,29-7 0 1,0 5 0-1,8-9 0 1,5 0 0-1,0 9 0 1,1 0 0-1,-12-2 0 0,1-2 0 1,-1 2-349-1,11 3 1 1,-2 2 0-1,-10-1 0 1,-3 0 0-1,14 0 0 1</inkml:trace>
    </iact:actionData>
  </iact:action>
  <iact:action type="add" startTime="69690">
    <iact:property name="dataType"/>
    <iact:actionData xml:id="d71">
      <inkml:trace xmlns:inkml="http://www.w3.org/2003/InkML" xml:id="stk57" contextRef="#ctx0" brushRef="#br0">3903 9178 24575 0,'-24'14'0'9,"13"-10"0"1,-4 11 0 0,15-15 0 0,15-15 0-1,10-3 0 1,10-8 0 0,-13 4 0 0,-3-2 0 0,-1-5 0-1,-18-12 0 1,-40 25 0 0,15 11 0 0,-4 2 0-1,-2 4 0 1,-3 1 0 0,4 3 0 0,5 3 0 0,0 0 0-1,-14-4 0 1,10 3 0 0,40 23 0 0,10-12 0-1,9-6 0 1,6 2 0 0,2 8 0 0,-1 2 0 0,-6-6 0-1,-1 0 0 1,1 5 0 0,-7 4 0 0,-19 3 0-1,-7 2 0 1,3 3 0 0,-5-2 0 0,-14-5 0 0,-5 0 0-1,0 12 0 1,-3-5 0 0,0-23 0 0,0-2 0-1,1 7 0 1,1-3 0 0,0-12 0 0,0-4 0 0,-1 3 0-1,0-4 0 1,2-14 0 0,2-2 0 0,-12 4 0-1,21-6 0 1,9-4 0 0,15 4 0 0,6 2 0 0,11-11 0-1,1 9 0 1,7-1 0 0,-3 5 0 0,-7 9 0-1,0 1 0 1,13-14 0 0,-3-2 0 0,-13 4 0 0</inkml:trace>
    </iact:actionData>
  </iact:action>
  <iact:action type="add" startTime="70739">
    <iact:property name="dataType"/>
    <iact:actionData xml:id="d72">
      <inkml:trace xmlns:inkml="http://www.w3.org/2003/InkML" xml:id="stk58" contextRef="#ctx0" brushRef="#br0">4977 9095 24575 0,'-33'-15'0'12,"15"12"0"0,33-27 0 1,7 27 0-1,18-12 0 0,-9 30 0 1,-20 3 0-1,4 15 0 1,-30-15 0-1,4 4 0 0,-9-12 0 1,-6-3 0-1,1-1 0 1,-1-1 0-1,-1 3 0 0,1-1 0 1,-15-7 0-1,27 14 0 1,28-10 0-1,5 11 0 0,6-1 0 1,21-10 0-1,-9 18 0 1,-12-14 0-1,0 1 0 0,-3 2 0 1,-4 3 0-1,1 20 0 1,-19-9 0-1,-17-8 0 0,-7-3 0 1,-4-7 0-1,-5-3 0 1,2 2 0-1,-3-1 0 0,2-1 0 1,0-3 0-1,0-2 0 1,-16 1 0-1,11 0 0 0,30 0 0 1,-19 0 0-1,41 0 0 1</inkml:trace>
    </iact:actionData>
  </iact:action>
  <iact:action type="add" startTime="71490">
    <iact:property name="dataType"/>
    <iact:actionData xml:id="d73">
      <inkml:trace xmlns:inkml="http://www.w3.org/2003/InkML" xml:id="stk59" contextRef="#ctx0" brushRef="#br0">5556 9095 24575 0,'9'0'0'12,"-1"0"0"0,-8 0 0 0,0 22 0 1,0-2 0-1,0 21 0 0,0-8 0 1,-22 7 0-1,2-5 0 0,-6-9 0 1,-4-11 0-1,27-15 0 0,3-15 0 1,18-4 0-1,1 6 0 0,3 1 0 0,1 3 0 1,3 1 0-1,7-4 0 0,0 2 0 1,-2 7 0-1,-1 2 0 0,-1 1 0 1,-1 0 0-1,0 4 0 0,-1 3 0 1,-5 8 0-1,0 2 0 0,4-5 0 0,-2 1 0 1,-7 7 0-1,-9 1 0 0,-22 14 0 1,-12-6 0-1,-7-3 0 0,-6-10 0 1,-1-3-547-1,1 4 1 0,3-2 0 1,10-10 0-1,4-3 0 0,-2-2 0 1</inkml:trace>
    </iact:actionData>
  </iact:action>
  <iact:action type="add" startTime="72156">
    <iact:property name="dataType"/>
    <iact:actionData xml:id="d74">
      <inkml:trace xmlns:inkml="http://www.w3.org/2003/InkML" xml:id="stk60" contextRef="#ctx0" brushRef="#br0">5689 9029 24575 0,'-26'-9'0'8,"9"-13"0"0,17 18 0 0,19-4 0 1,8 1 0-1,14 7 0 0,-11 0 0 1,5 0 0-1,1 0 0 0,-2 0 0 1,0 0 0-1,-1 0 0 0,9 0 0 1,-2 0 0-1,3 0 0 0,-1 0 0 1</inkml:trace>
    </iact:actionData>
  </iact:action>
  <iact:action type="add" startTime="72507">
    <iact:property name="dataType"/>
    <iact:actionData xml:id="d75">
      <inkml:trace xmlns:inkml="http://www.w3.org/2003/InkML" xml:id="stk61" contextRef="#ctx0" brushRef="#br0">6780 9029 24575 0,'15'-9'0'10,"18"1"0"1,-11 8 0 0,7 0 0 0,-29 0 0 0,0-14 0 0,0-5 0 0,0-14 0 0,-29 7 0 0,7-5 0-1,-3 24 0 1,-5 3 0 0,-7-5 0 0,2 3 0 0,11 12 0 0,-2 3 0 0,-13 2 0 0,-6 2 0 0,8 4 0 0,16 5 0-1,3 2 0 1,-17 3 0 0,10 2 0 0,31 1 0 0,12-4 0 0,5-14 0 0,5-2 0 0,8 7 0 0,4-5 0 0,-9-13 0-1,3-5 0 1,-2-2 0 0,8 0 0 0,-1-2 0 0,-1-6 0 0,-3-1 0 0,-12 4 0 0,-5 0 0 0,-2-3 0-1,-8 8 0 1,-8 30 0 0,-8 13 0 0,8 3 0 0,-1 5 0 0,-5-10 0 0,-3 0 0 0,1 2-163 0,2 4 1 0,0 1-1-1,0-1 163 1,0-4 0 0,0-1 0 0,0-2 0 0,-4 3 0 0,5-4 0 0,20 0 0 0,-12-23 0 0,12-8 0 0</inkml:trace>
    </iact:actionData>
  </iact:action>
  <iact:action type="add" startTime="84752">
    <iact:property name="dataType"/>
    <iact:actionData xml:id="d76">
      <inkml:trace xmlns:inkml="http://www.w3.org/2003/InkML" xml:id="stk62" contextRef="#ctx0" brushRef="#br0">2695 10964 24575 0,'0'40'0'8,"0"-5"0"0,-3 3 0 1,-1 1 0-1,4-14 0 0,-2 0 0 1,-8 16 0-1,-2 4 0 1,7-13 0-1,0 1 0 0,-3-2 0 1,-11 3 0-1,-3 0 0 1,6 12 0-1,-2-6 0 0,-3-25 0 1,1-4 0-1,2 3 0 1,-4-43 0-1,19 2 0 0,4-5 0 1,-5-6 0-1,0-3 0 1,4 9 0-1,0-1 0 0,0 1 0 1,2-10 0-1,4 1 0 1,4 8 0-1,3 0 0 0,2 2 0 1,7-3 0-1,2 3 0 1,7 1 0-1,4 5 0 0,9 13 0 1,-1 10 0-1,-18 7 0 1,-1 4 0-1,14 1 0 0,-6 6 0 1,-19 7 0-1,-7 4 0 1,-3-1 0-1,-6-1 0 0,-14 1 0 1,-7-2 0-1,0 1 0 1,-5-3 0-1,-2-9 0 0,-4-3 0 1,5 2 0-1,8 9 0 1,2-1 0-1,-9-11 0 0,7 0 0 1,22 6 0-1,0-15 0 1</inkml:trace>
    </iact:actionData>
  </iact:action>
  <iact:action type="add" startTime="85391">
    <iact:property name="dataType"/>
    <iact:actionData xml:id="d77">
      <inkml:trace xmlns:inkml="http://www.w3.org/2003/InkML" xml:id="stk63" contextRef="#ctx0" brushRef="#br0">2960 11460 24575 0,'-18'0'0'13,"3"0"0"0,44-30 0 0,-21 23 0 0,8-14 0 0,-3-2 0 1,-13 12 0-1,0-20 0 0,0 20 0 0,-29 11 0 0,14 11 0 0,-7 6 0 1,-6 6 0-1,3-3 0 0,4-7 0 0,1 0 0 0,-2 10 0 1,0 5 0-1,2-4 0 0,-6 6 0 0,41 3 0 0,11-36 0 0,7-9 0 1,5 2 0-1,3-2 0 0,-9 0 0 0,2-2 0 0,-3 0-278 0,1-2 0 1,-3 0 278-1,3 2 0 0,-9 3 0 0,-19 7 0 0,7 8 0 1,-26 14 0-1,15 4 0 0,15-5 0 0,-4-6 278 0,13-11 0 0,5-8-278 1,-6-7 0-1,0-5 0 0,7-4 0 0,-1-3 0 0,-7 2 0 1,-4 0 0-1,-1-15 0 0,-10 7 0 0,-14 29 0 0,-10 23 0 0,6 25 0 1,9-19 0-1,4-1 0 0,9 17 0 0,20-16 0 0,-5-8 0 0,14 5 0 1,-5-18 0-1,-9 10 0 0,-11-14 0 0,-15 0 0 0,0 0 0 1,0-14 0-1,0 3 0 0,5-10 0 0,4-4 0 0,4 0 0 0,0-2 0 1,-2-7 0-1,-2 0 0 0,4 8 0 0,-4 1 0 0,-9-21 0 1,0 35 0-1,-7 11 0 0,5 11 0 0,-8 10 0 0,-2 4 0 0,9 4 0 1,-12 12 0-1,30-25 0 0,10 6 0 0,-1-18 0 0,2-4 0 0,11 0 0 1,-6 0 0-1,-2-4 0 0,-7-11 0 0,2 21 0 0,-2 3 0 1,-11-5 0-1,-11 25 0 0,-26-3 0 0,7-1 0 0,-4 0 0 0,-6-10 0 1,1-1 0-1,-1 15 0 0,-1-29 0 0,30-14 0 0,0-5 0 1</inkml:trace>
    </iact:actionData>
  </iact:action>
  <iact:action type="add" startTime="90102">
    <iact:property name="dataType"/>
    <iact:actionData xml:id="d78">
      <inkml:trace xmlns:inkml="http://www.w3.org/2003/InkML" xml:id="stk64" contextRef="#ctx0" brushRef="#br0">4597 9839 24575 0,'-26'0'0'12,"10"0"0"0,9 0 0 1,7 0 0-1,0 0 0 1,7 0 0-1,9-15 0 1,10 12 0-1,15-19 0 1,-7 19 0-1,3 4 0 1,-5-5 0-1,1 1 0 1,5 2 0-1,-3 2 0 1,-2-1 0-1,-18 0 0 1,-15 0 0-1,-30 7 0 1,1 9 0-1,-10-3 0 1,-1 0 0-1,0 6 0 1,2-10 0-1,15-4 0 1,27-5 0-1,7-14 0 1,13 11 0-1,9 2 0 1,-3-8 0-1,4-3 0 1,-1 3 0-1,12 7 0 1,0 1 0-1,2-11 0 1,-4 2 0-1,-3 8 0 1,-47 2 0-1,-28 16 0 1,-3-10 0-1,-5-1 0 1,4 11 0-1,-1-2 0 1,2-12 0-1,1 0 0 1,5 8 0-1,9-6 0 1,19-18 0-1,-7 10 0 1,26-11 0-1,-15 15 0 1</inkml:trace>
    </iact:actionData>
  </iact:action>
  <iact:action type="add" startTime="103036">
    <iact:property name="dataType"/>
    <iact:actionData xml:id="d79">
      <inkml:trace xmlns:inkml="http://www.w3.org/2003/InkML" xml:id="stk65" contextRef="#ctx0" brushRef="#br0">2695 12799 24575 0,'-9'0'0'12,"2"0"0"1,7 0 0-1,0 0 0 1,-15 0 0 0,12 0 0-1,-12 0 0 1,0-7 0 0,11-10 0-1,-10-8 0 1,28 6 0 0,12-10 0-1,4 21 0 1,4 5 0-1,-6-4 0 1,0 5 0 0,6 10 0-1,-4 7 0 1,-4 22 0 0,-15 1 0-1,-8 3 0 1,-8-13 0 0,-4-1 0-1,1 13 0 1,-3-1 0 0,-8-12 0-1,-2-2 0 1,5 0 0-1,-3-1 0 1,-5-1 0 0,-4-1 0-1,3-4 0 1,3-6 0 0,2 0 0-1,-15 16 0 1,7-5 0 0,19-19 0-1,18-4 0 1,12-8 0 0,6-3 0-1,9-2 0 1,3 1 0-1,-9 5 0 1,2 3 0 0,0-2-1093-1,6-2 1 1,2 0 0 0,-4 2 679-1,-3 4 0 1,-2 1 0 0,5-7 0-1,-4 1 1 1,-6 7-1 0</inkml:trace>
    </iact:actionData>
  </iact:action>
  <iact:action type="add" startTime="105052">
    <iact:property name="dataType"/>
    <iact:actionData xml:id="d80">
      <inkml:trace xmlns:inkml="http://www.w3.org/2003/InkML" xml:id="stk66" contextRef="#ctx0" brushRef="#br0">3655 12750 24575 0,'-19'0'0'11,"-10"-15"0"0,25 11 0 0,-18-25 0 0,20 25 0 0,2-18 0 0,17 20 0 0,23-20 0 0,-10 18 0 0,1 3 0 0,-2 2 0 0,-14 3 0 0,11 19 0 0,-1 6 0 0,-4-5 0 0,-5-1 0 0,-7 1 0 1,-23 8 0-1,-6-18 0 0,-5-3 0 0,-4-1 0 0,-2-1 0 0,-10 7 0 0,3-3 0 0,7-9 0 0,1 10 0 0,61-14 0 0,-6 0 0 0,2 0 0 0,2 4 0 0,3 0 0 0,12-5 0 0,-2 4 0 0,-2 19 0 1,-7-14 0-1,-5 2 0 0,-17 8 0 0,-33 19 0 0,-5-25 0 0,-7-4 0 0,-7 5 0 0,-4 0 0 0,8-2 0 0,-2 0 0 0,3-4 0 0,2-5 0 0,4 0 0 0,-1 6 0 0,6-1 0 0,11-7 0 1</inkml:trace>
    </iact:actionData>
  </iact:action>
  <iact:action type="add" startTime="106219">
    <iact:property name="dataType"/>
    <iact:actionData xml:id="d81">
      <inkml:trace xmlns:inkml="http://www.w3.org/2003/InkML" xml:id="stk67" contextRef="#ctx0" brushRef="#br0">4630 12601 24575 0,'-18'33'0'9,"-12"-15"0"0,27-3 0 1,17-15 0-1,16-15 0 1,2 7 0-1,0-2 0 1,-8-9 0-1,-4-3 0 0,-1 6 0 1,-5-3 0-1,-9-8 0 1,-10-1 0-1,-28-1 0 1,13 12 0-1,-4 3 0 1,-18 7 0-1,-2 6 0 0,11 4 0 1,2 2 0-1,-4 1 0 1,3 4 0-1,1 16 0 1,31 14 0-1,21-21 0 0,4-3 0 1,1 10 0-1,2-15 0 1,8-2 0-1,-3 0 0 1,0 3 0-1,-2 2 0 1,-2 1 0-1,0 2 0 0,-2 1 0 1,9 6 0-1,-8 3 0 1,-17 4 0-1,-11 3 0 1,-9 0 0-1,-7-2 0 0,-8-5 0 1,-6-1 0-1,5-4 0 1,-2 1 0-1,-2-6 0 1,-8-5 0-1,-1-3 0 1,0 4 0-1,1-4 0 0,9-10 0 1,4-6 0-1,-7-24 0 1,24-6 0-1,14 5 0 1,8 0 0-1,1 9 0 0,3 2 0 1,5 0 0-1,3 2 0 1,-2 2 0-1,0 2 0 1,-5 2 0-1,0 1 0 1</inkml:trace>
    </iact:actionData>
  </iact:action>
  <iact:action type="add" startTime="107157">
    <iact:property name="dataType"/>
    <iact:actionData xml:id="d82">
      <inkml:trace xmlns:inkml="http://www.w3.org/2003/InkML" xml:id="stk68" contextRef="#ctx0" brushRef="#br0">5457 12402 24575 0,'0'11'0'13,"-7"4"0"0,-2 15 0 0,1 4 0 0,3-8 0 0,-1 0 0 1,-1-1 0-1,-1-1 0 0,-6 17 0 0,10-23 0 0,-11-3 0 0,15-30 0 1,0-18 0-1,0-11 0 0,-1 19 0 0,2 0 0 0,14-15 0 1,11 14 0-1,-3 16 0 0,3 4 0 0,0 4 0 0,0 4 0 0,-1 4 0 1,-1 4 0-1,-2 1 0 0,-3 4 0 0,-1 25 0 0,-8-15 0 0,-5 0 0 1,-20 19 0-1,12-11 0 0,-12-18 0 0,0-30 0 0,-3-3 0 1</inkml:trace>
    </iact:actionData>
  </iact:action>
  <iact:action type="add" startTime="107708">
    <iact:property name="dataType"/>
    <iact:actionData xml:id="d83">
      <inkml:trace xmlns:inkml="http://www.w3.org/2003/InkML" xml:id="stk69" contextRef="#ctx0" brushRef="#br0">5457 12435 24575 0,'-9'-36'0'10,"1"-1"0"0,16 20 0 0,8-8 0 0,5 7 0 0,6 3 0 0,9 4 0 0,3 3-547 0,1 0 1 0,-1 1 0 0,-4 7 0 0,-3 0 0 0,6 0 0 1</inkml:trace>
    </iact:actionData>
  </iact:action>
  <iact:action type="add" startTime="108007">
    <iact:property name="dataType"/>
    <iact:actionData xml:id="d84">
      <inkml:trace xmlns:inkml="http://www.w3.org/2003/InkML" xml:id="stk70" contextRef="#ctx0" brushRef="#br0">6416 12353 24575 0,'9'0'0'11,"13"-15"0"1,-18 11 0 0,25-25 0 0,-25 11 0 0,11-8 0 0,-30-5 0 0,-11 5 0 0,3 8 0 0,-3 3 0 0,4 5 0 0,0 1 0 0,-6-1 0 0,1 6 0 0,5 16 0 0,1 5 0 0,-8-7 0 0,1 2 0 0,13 14 0 0,1 3 0 0,-11-3 0 0,6-2 0 0,30 13 0 0,-4-12 0 0,4-4 0 0,33-10 0 0,-18-10 0 0,-2-2 0 0,9-10 0 0,-10-11 0 0,0-2 0 0,-4 9 0 0,-1 0 0 0,0-5 0 0,-1 7 0 0,5 28 0 0,-22 14 0 0,0 5 0 0,0 4 0 0,0 3 0 0,0 1 0 0,0 5 0 0,0-1 0 0,0-11 0 0,0 0 0 0,-2 13 0 0,4-6 0 0,12-16 0 0,-10 20 0 0,11-39 0 0</inkml:trace>
    </iact:actionData>
  </iact:action>
  <iact:action type="add" startTime="115552">
    <iact:property name="dataType"/>
    <iact:actionData xml:id="d85">
      <inkml:trace xmlns:inkml="http://www.w3.org/2003/InkML" xml:id="stk71" contextRef="#ctx0" brushRef="#br0">4548 11162 24575 0,'0'-18'0'11,"0"3"0"1,0 15 0 0,-15 0 0-1,11 0 0 1,-25-7 0 0,25-10 0 0,-11-9 0-1,30-14 0 1,-11 5 0 0,12 10 0-1,5 2 0 1,-1 3 0 0,20-2 0 0,-21 44 0-1,-5 20 0 1,-19-13 0 0,-4 3 0-1,1 5 0 1,1 4 0 0,-4-1-358 0,-4-7 1-1,-3-1-1 1,1 2 358 0,2 6 0 0,1 3 0-1,-1-3 0 1,1-9 0 0,0-1 0-1,2-1 0 1,2 6 0 0,3-4 0 0,0 4 0-1,7-13 0 1,0-22 0 0,0-7 0-1,22-10 0 1,-2-9 536 0,8 5 1 0,7 2-537-1,1 7 0 1,3 4 0 0,-6-1 0-1,1 1 0 1,0 3-547 0,6 4 1 0,-1 2 0-1,-2-1 0 1,-4 0 0 0,0 0 0 0</inkml:trace>
    </iact:actionData>
  </iact:action>
  <iact:action type="add" startTime="117219">
    <iact:property name="dataType"/>
    <iact:actionData xml:id="d86">
      <inkml:trace xmlns:inkml="http://www.w3.org/2003/InkML" xml:id="stk72" contextRef="#ctx0" brushRef="#br0">2844 14784 24575 0,'19'0'0'8,"-5"0"0"1,-14 0 0-1,0 14 0 1,0-10 0 0,-6 24 0-1,-2 10 0 1,6-14 0 0,0 2 0-1,-6 6 0 1,-4 4 0 0,3 0 0-1,5-2 0 1,1 0 0 0,-1-2 0-1,-12 7 0 1,0 1 0 0,12 6 0-1,-3-6 0 1,-22-11 0 0,25-29 0-1,-10-16 0 1,-1-12 0 0,11-3 0-1,5-6 0 1,-2 1 0 0,-8-8 0-1,3-2-190 1,10 9 1 0,3-4 0-1,3 0 0 1,-1 3 189 0,-1 1 0-1,1 2 0 1,3-1 0-1,2 3 0 1,2-1 0 0,2 1 0-1,-1 2 0 1,-1 1 0 0,0 3 0-1,3 2 0 1,6 3 0 0,2 3 0-1,0 3 0 1,1 0 0 0,-1 6 0-1,7 6 0 1,-4 8 0 0,-4 22 0-1,-22 0 0 1,-8 5 0 0,-6 6 0-1,-6 1 0 1,-7-2 0 0,-3-2 0-1,4-1 0 1,0-2 0 0,-6-4 0-1,1-6 0 1,-8-1 0 0,9 2 0-1,11-22 0 1,15 0 0 0</inkml:trace>
    </iact:actionData>
  </iact:action>
  <iact:action type="add" startTime="117956">
    <iact:property name="dataType"/>
    <iact:actionData xml:id="d87">
      <inkml:trace xmlns:inkml="http://www.w3.org/2003/InkML" xml:id="stk73" contextRef="#ctx0" brushRef="#br0">3274 15048 24575 0,'15'-26'0'10,"-11"-5"0"0,10 5 0 1,-28-7 0-1,-12 15 0 1,2 15 0-1,-2 6 0 0,-10 15 0 1,5 2 0-1,-5 5 0 1,5 0 0-1,4 6 0 1,1 2 0-1,-2-4 0 0,-1 2 0 1,5 0 0-1,2 11 0 1,13-4 0-1,23 1 0 1,1-18 0-1,5-5 0 0,21-12 0 1,7-8 0-1,-17 0 0 1,1-1 0-1,0-1 0 0,3-1 0 1,0-1 0-1,-4-3 0 1,2-5 0-1,-7-3 0 1,-8 0 0-1,-7-2 0 0,-11-12 0 1,-14 15 0-1,10 3 0 1,-11 15 0-1,15 0 0 1,15 15 0-1,11-27 0 0,9 16 0 1,-11-30 0-1,-1-8 0 1,3 7 0-1,-2-2 0 0,-1-7 0 1,-2-3 0-1,-3 1 0 1,-3 4 0-1,0 5 0 1,-30 0 0-1,-3 43 0 0,-3-2 0 1,1 2 0-1,8 9 0 1,4 4 0-1,-3 6 0 1,7 0 0-1,23-6 0 0,8-1 0 1,-1 5 0-1,4-7 0 1,13-19 0-1,4-6 0 1,-5 10 0-1,-2-7 0 0,-9-23 0 1,-1-2 0-1,-1 19 0 1,-3 0 0-1,-8-25 0 0,-18 29 0 1,-18 15 0-1,0 3 0 1,-1 1 0-1,1 3 0 1,-2 12 0-1,-6-8 0 0,26-11 0 1,17-28 0-1,6-11 0 1,-1 3 0-1,2-4 0 1,4-2 0-1,3-4 0 0,-3-1-176 1,-9 4 1-1,-2-1 0 1,2 2 175-1,3 1 0 0,1 1 0 1,-4 0 0-1,-3-3 0 1,-6-1 0-1,-6-1 0 1,-8 5 0-1,-22 18 0 0,2-2 0 1,-2 7 0-1,0 25 0 1,1 9 0-1,-2-6 0 1,4 1 263-1,14-2 0 0,7 2-263 1,11 5 0-1,8-4 0 1,11-11 0-1,5-4 0 0,4 4 0 1,1-1 0-1,3-7 0 1,-1-3 0-1,-9-6 0 1,-1 0 0-1,12 0 0 0,-20 0 0 1,-22 7 0-1,-7 9 0 1,-10 10 0-1,-5-6 0 1,-4 1 0-1,7-3 0 0,0-2 0 1,-10-2 0-1,3-2 0 1,7 3 0-1,4-15 0 1</inkml:trace>
    </iact:actionData>
  </iact:action>
  <iact:action type="add" startTime="119607">
    <iact:property name="dataType"/>
    <iact:actionData xml:id="d88">
      <inkml:trace xmlns:inkml="http://www.w3.org/2003/InkML" xml:id="stk74" contextRef="#ctx0" brushRef="#br0">5374 14453 24575 0,'-35'-17'0'8,"-1"1"0"1,8-2 0 0,1 3 0 0,-7 5 0 0,3 1 0 0,6-13 0 0,47 20 0-1,16-5 0 1,1 6 0 0,3 2 0 0,-3 1 0 0,-3 3 0 0,-4 10 0 0,-3 2 0 0,2-5 0-1,-7 5 0 1,-17 16 0 0,-10 4 0 0,0-13 0 0,-5-2 0 0,-21 7 0 0,-7-1 0-1,9-7 0 1,-1-2 0 0,-1-6 0 0,9 0 0 0,20 3 0 0,20-10 0 0,9-4 0 0,5-2 0-1,2 0 0 1,10 0 0 0,-2 0 0 0,-12-1 0 0,-3 2 0 0,-3 4 0 0,-4 4 0-1,-6 10 0 1,-9 14 0 0,-20-5 0 0,-10-1 0 0,-5-6 0 0,-5-3 0 0,-4-1 0 0,-5 0 0-1,-2-4-241 1,0-4 0 0,-2-5 0 0,0 0 241 0,10-1 0 0,-1-1 0 0,1-1 0-1,4 0 0 1,-10 0 0 0,5-2 0 0,5-2 0 0,12-1 0 0,20 2 0 0,0-5 0 0</inkml:trace>
    </iact:actionData>
  </iact:action>
  <iact:action type="add" startTime="122602">
    <iact:property name="dataType"/>
    <iact:actionData xml:id="d89">
      <inkml:trace xmlns:inkml="http://www.w3.org/2003/InkML" xml:id="stk75" contextRef="#ctx0" brushRef="#br0">5440 13130 24575 0,'-18'9'0'10,"3"-2"0"1,-14 8 0 0,22-11 0-1,-13 10 0 1,3 1 0 0,15-11 0 0,-5-4 0-1,43-19 0 1,-13 6 0 0,0 1 0-1,5 3 0 1,5 1 0 0,-1 0 0 0,6-2 0-1,0 0 0 1,-3 1 0 0,-3 2 0 0,-3 0 0-1,2-1-276 1,3 0 0 0,3 0 0-1,-1-1 0 1,-5 1 276 0,2-1 0 0,-9 4 0-1,-17 5 0 1,-32 14 0 0,-8-5 0-1,-6 1 0 1,6 0 0 0,-1 2 0 0,0-1 0-1,-10-1 0 1,-2-2 0 0,5 0 0 0,-2 1 0-1,4-4 0 1,2-4 0 0,2 0 0-1,-3 10 0 1,1 0 0 0,5-10 0 0,9 2 0-1,19 11 0 1,8-28 0 0,29-5 0 0</inkml:trace>
    </iact:actionData>
  </iact:action>
  <iact:action type="add" startTime="124553">
    <iact:property name="dataType"/>
    <iact:actionData xml:id="d90">
      <inkml:trace xmlns:inkml="http://www.w3.org/2003/InkML" xml:id="stk76" contextRef="#ctx0" brushRef="#br0">2877 16718 24575 0,'-18'0'0'11,"3"0"0"0,15 0 0 1,0 0 0-1,-14 0 0 1,10 0 0-1,-11 0 0 1,15 0 0-1,-7 0 0 1,5-14 0-1,-5 3 0 1,7-21 0-1,0 7 0 1,7-8 0-1,-5 7 0 0,20 9 0 1,11 17 0-1,-11 14 0 1,0 4 0-1,4-2 0 1,-2 4 0-1,-8 11 0 1,-7 3 0-1,-6-2 0 1,-6 2 0-1,-7 3 0 1,-5 1 0-1,-9 0 0 0,-2-1 0 1,9-9 0-1,0-1 0 1,0-1 0-1,-8 5 0 1,0-1 0-1,3-1 0 1,4-1 0-1,-1 12 0 1,5-21 0-1,28-19 0 1,12-4 0-1,-4-10 0 0,6-1 0 1,3 9 0-1,4 4 0 1,1-1 0-1,2-7 0 1,0-1 0-1,0 0 0 1,0 3 0-1,0 0 0 1,-2-1 0-1,-4-2 0 1,-1 0 0-1,0-1 0 1</inkml:trace>
    </iact:actionData>
  </iact:action>
  <iact:action type="add" startTime="125752">
    <iact:property name="dataType"/>
    <iact:actionData xml:id="d91">
      <inkml:trace xmlns:inkml="http://www.w3.org/2003/InkML" xml:id="stk77" contextRef="#ctx0" brushRef="#br0">3853 16553 24575 0,'-18'0'0'10,"-12"-15"0"1,19 12 0 0,-5-12 0 0,8 15 0-1,30-15 0 1,-1-3 0 0,19-1 0 0,0 5 0-1,-5 28 0 1,-10-6 0 0,-2 3 0 0,-3 22 0 0,-5-7 0-1,-32 5 0 1,-1-17 0 0,-4-2 0 0,0-3 0-1,0 0 0 1,-4 0 0 0,2-3 0 0,-1-6 0 0,10 0 0-1,44 0 0 1,-14 14 0 0,21-9 0 0,3 1 0-1,-18 9 0 1,-1 2 0 0,13-5 0 0,-2 1 0-1,-5 20 0 1,-11-7 0 0,-25-2 0 0,-10-2 0 0,-7-10 0-1,-5-2 0 1,3 5 0 0,-3 2 0 0,0-3-223-1,-4-4 1 1,0-1 0 0,-1-2 222 0,1-1 0 0,1 0 0-1,0 0 0 1,-13 3 0 0,4-3 0 0,8-4 0-1,4-4 0 1,-9-13 0 0,27 11 0 0,14-10 0 0</inkml:trace>
    </iact:actionData>
  </iact:action>
  <iact:action type="add" startTime="138002">
    <iact:property name="dataType"/>
    <iact:actionData xml:id="d92">
      <inkml:trace xmlns:inkml="http://www.w3.org/2003/InkML" xml:id="stk78" contextRef="#ctx0" brushRef="#br0">4597 16487 24575 0,'-33'0'0'1803</inkml:trace>
    </iact:actionData>
  </iact:action>
  <iact:action type="add" startTime="140885">
    <iact:property name="dataType"/>
    <iact:actionData xml:id="d93">
      <inkml:trace xmlns:inkml="http://www.w3.org/2003/InkML" xml:id="stk79" contextRef="#ctx0" brushRef="#br0">4514 16520 24575 0,'0'18'0'32,"-14"-3"0"0,10-15 0 1,-11 0 0-1,15 0 0 0,0 0 0 1,0 7 0-1,15-5 0 0,-11 35 0 1,10-8 0-1,-11-4 0 0,-6 0 0 1,-11 15 0-1,10-21 0 0,-11-5 0 1,15-14 0-1,0-14 0 1,0-5 0-1,15-6 0 0,-7 1 0 1,2 2 0-1,10 6 0 0,1 2 0 1,-4-7 0-1,1 2 0 0,5 8 0 1,2 5 0-1,9 6 0 0,7 17 0 1,-23 1 0-1,-3 4 0 1,-1 0 0-1,-2 0 0 0,-3 3 0 1,-2 0 0-1,1 15 0 0,-30-14 0 1,12-2 0-1,-1-2 0 0,-29 0 0 1,19 2 0-1,1-2 0 0,0-11 0 1,-2 4 0-1,22-15 0 1</inkml:trace>
    </iact:actionData>
  </iact:action>
  <iact:action type="add" startTime="142523">
    <iact:property name="dataType"/>
    <iact:actionData xml:id="d94">
      <inkml:trace xmlns:inkml="http://www.w3.org/2003/InkML" xml:id="stk80" contextRef="#ctx0" brushRef="#br0">4564 16454 24575 0,'-27'-8'0'12,"-10"-8"0"1,48 5 0 0,-8-19 0-1,23 12 0 1,-3 6 0 0,0-2 0 0,-6-2 0-1,3 1 0 1,21 8 0 0,4 3 0-1,-6-4 0 1,1 1 0 0,-1 6 0 0,4 2 0-1,-4-1-337 1,6 0 0 0,-1 0 337-1,2-1 0 1,-4 2 0 0,-7 14 0 0,-13-11 0-1,-37 10 0 1,11-14 0 0,-10 0 0 0</inkml:trace>
    </iact:actionData>
  </iact:action>
  <iact:action type="add" startTime="143239">
    <iact:property name="dataType"/>
    <iact:actionData xml:id="d95">
      <inkml:trace xmlns:inkml="http://www.w3.org/2003/InkML" xml:id="stk81" contextRef="#ctx0" brushRef="#br0">5755 16222 24575 0,'9'0'0'15,"-2"0"0"0,8-7 0 1,18 5 0-1,-4-20 0 1,3 4 0-1,-32-8 0 1,-17 9 0-1,-5 11 0 1,-4 5 0-1,-6 10 0 1,-4 4 0-1,7-7 0 1,-2 0 0-1,-1 2 0 0,-2 6 0 1,0 2 0-1,3 2 0 1,-2 7 0-1,4 0 0 1,4-10 0-1,11-1 0 1,27 2 0-1,13-3 0 1,10-9 0-1,5-8 0 1,-6 1 0-1,3-2 0 0,-1-1-240 1,0 1 1-1,0-1-1 1,-2-2 240-1,-4-4 0 1,-1-3 0-1,-1 2 0 1,2 4 0-1,-4-2 0 1,-6-9 0-1,-9 3 0 1,-12 13 0-1,-3 4 0 0,-12 4 0 1,15 18 0-1,0-20 0 1,0 5 719-1,0-7-719 1,-15 0 0-1,12 0 0 1,-12 0 0-1,0 0 0 1,12 0 0-1,-19 0 0 1,20 0 0-1,-6 0 0 1</inkml:trace>
    </iact:actionData>
  </iact:action>
  <iact:action type="add" startTime="144207">
    <iact:property name="dataType"/>
    <iact:actionData xml:id="d96">
      <inkml:trace xmlns:inkml="http://www.w3.org/2003/InkML" xml:id="stk82" contextRef="#ctx0" brushRef="#br0">5837 16454 24575 0,'19'-24'0'9,"-5"-2"0"1,-14-7 0-1,0 15 0 1,0 3 0-1,0 15 0 1,-14 0 0-1,-5 0 0 1,-21 0 0-1,9 5 0 1,-2 5 0-1,-2 5 0 1,0 3 0-1,5-5 0 1,-1 1 0-1,2 3 0 1,-7 14 0-1,4 2 0 1,1-8 0-1,5 2 0 1,9 5 0-1,8 0 0 1,16 5 0-1,14-19 0 1,8-5 0-1,7-9 0 1,5-8 0-1,3-3 0 1,3-5 0-1,-2 0-437 1,-10 1 1-1,-2-1 0 1,0-2 436-1,4-6 0 1,-1-3 0-1,-4 2 0 1,-1-1 0-1,-7-1 0 1,-6-17 0-1,-18 24 0 1,-33 8 0-1,5 9 0 1,-6 3 0-1,1-1 0 1,-6-3 0-1,1 1 0 1,-5 3 0-1,5 0 0 1,8-4 0 0</inkml:trace>
    </iact:actionData>
  </iact:action>
  <iact:action type="add" startTime="144973">
    <iact:property name="dataType"/>
    <iact:actionData xml:id="d97">
      <inkml:trace xmlns:inkml="http://www.w3.org/2003/InkML" xml:id="stk83" contextRef="#ctx0" brushRef="#br0">6466 16173 24575 0,'0'-19'0'12,"0"5"0"0,0 6 0 0,0 6 0 0,0-5 0 0,0-8 0 0,14-3 0 0,-10-23 0 0,4 16 0 0,-1 1 0 0,-7-6 0 0,-15-14 0 0,-3 55 0 1,-8-10 0-1,-3 2 0 0,-2 15 0 0,1 5 0 0,-4-7 0 0,0 2 0 0,-4 10 0 0,4 0 0 0,5 1 0 0,29 17 0 0,44-50 0 0,-8 7 0 0,3-2 0 1,3-16 0-1,-1-1 0 0,-2 11 0 0,-3-1 0 0,-12-11 0 0,-3 4 0 0,8 24 0 0,-44-7 0 0,12 14 0 0,-12 4 0 0,0 17 0 0,6-17 0 0,0 2 0 1,-1 15 0-1,1 3 0 0,0-7 0 0,4-2 0 0,10-7 0 0,4-1 0 0,-1 8 0 0,3-5 0 0,22-14 0 0,-15 16 0 0,-3-30 0 0,-15 0 0 1</inkml:trace>
    </iact:actionData>
  </iact:action>
  <iact:action type="add" startTime="148269">
    <iact:property name="dataType"/>
    <iact:actionData xml:id="d98">
      <inkml:trace xmlns:inkml="http://www.w3.org/2003/InkML" xml:id="stk84" contextRef="#ctx0" brushRef="#br0">12485 6019 24575 0,'0'-33'0'9,"0"15"0"1,0 3 0 0,-15 30 0 0,12-12 0 0,-12 12 0 0,0-15 0 0,-3-15 0-1,-23-3 0 1,21-8 0 0,13 10 0 0,22-6 0 0,10 0 0 0,4 9 0 0,3 2 0-1,-1-7 0 1,2-3 0 0,0 5 0 0,10 4 0 0,1 5 0 0,3 3 0 0,-4 8 0-1,-19 13 0 1,-4 7 0 0,-2 4 0 0,-7 4 0 0,-14 3 0 0,-9 4 0 0,-2-1 0 0,0-2 0-1,-1-2 0 1,0 1-231 0,-1 4 0 0,-1 0 0 0,-4-1 231 0,0-9 0 0,-4-1 0-1,-2 0 0 1,1-1 0 0,-5 8 0 0,0-1 0 0,-2-2 0 0,3-7 0 0,-2-2 0-1,-1 0 0 1,1 0 0 0,2-2 0 0,1 1 0 0,0-2 0 0,1-2 0 0,-13 1 0 0,7-3 0-1,8 6 0 1,37-37 0 0,21 10 0 0,8-1 0 0,-13-8 0 0,1-3 0 0,3 2 0-1,11 4 0 1,3 3 0 0,-1-2 0 0,-8-4 0 0,-2-1 0 0,0 3 0 0,0 5 0-1,0 2 0 1,-4 1 0 0,12-4 0 0,-20 8 173 0,-22 0 0 0,0 0 0 0,0 0 1 0</inkml:trace>
    </iact:actionData>
  </iact:action>
  <iact:action type="add" startTime="149357">
    <iact:property name="dataType"/>
    <iact:actionData xml:id="d99">
      <inkml:trace xmlns:inkml="http://www.w3.org/2003/InkML" xml:id="stk85" contextRef="#ctx0" brushRef="#br0">14023 5755 24575 0,'-39'18'0'10,"3"-3"0"1,11-14 0 0,0-2 0 0,-15 1 0 0,21 0 0 0,19-15 0 0,41-3 0 0,-13 8 0 0,4 1 0 0,13-1 0 0,0 6 0 0,-17 9 0 0,-1 4 0 0,14-2 0 0,-6 5 0 0,-21 28 0 0,-14-5 0 0,-10-3 0 0,-9-2 0 0,-15-9 0 0,-4-3 0 0,8 10 0 0,0-1 0 0,0-12 0 0,1-4 0 0,-4 5 0 0,33-8 0 0,33-8 0 0,11 0 0 0,-8-1 0 0,0 2 0 0,-13 5 0 0,0 2 0 0,6 0 0 0,-3 3 0 0,-8 29 0 0,-3-5 0 0,-30 6 0 0,-16-20 0 0,-8-2 0 0,7-1 0 0,-4-1 0 0,0-2 0 0,-4 0 0 0,4-5 0 0,4-7 0 0,4-2 0 0,-13 10 0 0,26-26 0 0</inkml:trace>
    </iact:actionData>
  </iact:action>
  <iact:action type="add" startTime="150240">
    <iact:property name="dataType"/>
    <iact:actionData xml:id="d100">
      <inkml:trace xmlns:inkml="http://www.w3.org/2003/InkML" xml:id="stk86" contextRef="#ctx0" brushRef="#br0">14982 5722 24575 0,'0'-10'0'12,"0"3"0"0,0 29 0 0,2 4 0 0,-4 5 0 0,-12 9 0 0,-7 4 0 0,5-5 0 0,9-12 0 0,1-2 0 0,-19 13 0 0,13-8 0 0,32-30 0 0,20-12 0 0,9-6 0 0,-1 1 0 0,-10 8 0 0,-3 11 0 1,0 4 0-1,1-6 0 0,10-2 0 0,0 2 0 0,-6 4 0 0,-16 8 0 0,-17 19 0 0,-15 8 0 0,-5-4 0 0,-13 1 0 0,-5-4 0 0,8-4 0 0,0 0 0 0,-3-7 0 0,-11-9 0 0,-1-7 0 0,10-1 0 0,1-1 0 1</inkml:trace>
    </iact:actionData>
  </iact:action>
  <iact:action type="add" startTime="150824">
    <iact:property name="dataType"/>
    <iact:actionData xml:id="d101">
      <inkml:trace xmlns:inkml="http://www.w3.org/2003/InkML" xml:id="stk87" contextRef="#ctx0" brushRef="#br0">15065 5523 24575 0,'-26'-15'0'6,"17"4"0"0,18-20 0 0,24 16 0 1,11 4 0-1,-6 4 0 0,3 1 0 0,0 1-365 1,0-1 1-1,1 1 0 0,0 1 0 0,1 3 0 1,1 2 0-1,-5-1 0 0,-2 0 0 0,0 0 0 1</inkml:trace>
    </iact:actionData>
  </iact:action>
  <iact:action type="add" startTime="151157">
    <iact:property name="dataType"/>
    <iact:actionData xml:id="d102">
      <inkml:trace xmlns:inkml="http://www.w3.org/2003/InkML" xml:id="stk88" contextRef="#ctx0" brushRef="#br0">16123 5722 24575 0,'33'0'0'9,"0"-8"0"0,8-8 0 0,-20-3 0 0,0-3 0 0,8 1 0 0,-1-2 0 0,-5-12 0 0,-2-2 0 0,0 15 0 0,-2-1 0 0,1-16 0 0,-8 0 0 0,-16 1 0 0,8-3 0 0,-25 30 0 0,-4 8 0 0,-5 17 0 0,1 4 0 0,3 5 0 0,13 5 0 0,6 4 0 0,3 6 0 0,8 0 0 0,10-4 0 0,7-2 0 0,3 2 0 0,3-4 0 0,5-11 0 0,1-1 0 0,0 12 0 0,0 1 0 0,2-14 0 0,-2 2 0 0,-8 15 0 0,-6 4 0 1,-7 0 0-1,-9-1 0 0,-19-1 0 0,-9-2 0 0,5-6 0 0,-3-1 0 0,-2-3 0 0,-1-4 0 0,-3-3 0 0,0-2 0 0,-5-2 0 0,-2-1 0 0,1-2 0 0,0 0 0 0,1-2 0 0,2-4 0 0,-5-12 0 0,2-6 0 0,-3-9 0 0,8-4 0 0,19-14 0 0,8 7 0 0,2-7 0 0,5 4 0 0,7 7 0 0,4 0-313 0,1-5 0 0,2-3 0 0,5 6 313 0,3 12 0 0,3 4 0 0,-1 1 0 0,4-10 0 0,0 4 0 0,3 8 0 0,0 0 0 1</inkml:trace>
    </iact:actionData>
  </iact:action>
  <iact:action type="add" startTime="152057">
    <iact:property name="dataType"/>
    <iact:actionData xml:id="d103">
      <inkml:trace xmlns:inkml="http://www.w3.org/2003/InkML" xml:id="stk89" contextRef="#ctx0" brushRef="#br0">17711 5474 24575 0,'27'0'0'8,"10"-15"0"0,-33 11 0 0,10-11 0 1,-14 15 0-1,0 0 0 0,-14-29 0 1,3 14 0-1,-4-14 0 0,-2-2 0 1,-8 1 0-1,6 9 0 0,-3 2 0 0,-12 8 0 1,-4 5 0-1,-3 3 0 0,-4 6 0 1,11 5 0-1,-4 4 0 0,1 2 0 1,1-2-182-1,-2 0 0 0,2 0 0 1,2 5 182-1,3 5 0 0,0 4 0 0,3 2 0 1,5-3 0-1,1-1 0 0,10 1 0 1,16 15 0-1,15-2 0 0,15-17 0 1,10-8-157-1,-5-2 1 0,4-3 0 1,0-1 156-1,-1 0 0 0,0-1 0 0,0-4 0 1,3-5 0-1,0-3 0 0,-4 0 0 1,0 2 0-1,-3-3 0 0,-3-7 0 1,-8-3 0-1,-10-9 534 0,-10 8-534 0,-7 18 0 1,0 18 0-1,-3 14 0 0,-1 6 0 1,2 0 0-1,2 3-40 0,-1-7 0 1,1 3 0-1,1 0 40 0,1-1 0 1,2 1 0-1,1 0 0 0,1-3 0 0,5 9 0 1,3 0 0-1,-1 1 0 0,2 2 0 1,-2-5 0-1,-4-12 0 0,2-3 0 1,7 0 0-1,1-3 0 0,-1-1 0 1</inkml:trace>
    </iact:actionData>
  </iact:action>
  <iact:action type="add" startTime="160718">
    <iact:property name="dataType"/>
    <iact:actionData xml:id="d104">
      <inkml:trace xmlns:inkml="http://www.w3.org/2003/InkML" xml:id="stk90" contextRef="#ctx0" brushRef="#br0">12502 7855 24575 0,'-10'0'0'8,"3"0"0"0,7 14 0 1,-15 27 0-1,14-6 0 1,-1 5-226-1,-7-8 0 0,-2 2 1 1,1 1 225-1,3 10 0 1,2 1 0-1,-1 1-479 0,-2-1 1 1,-2-1-1-1,2 0 479 1,2-2 0-1,1 0 0 0,0-2 0 1,-3-4 0-1,0-1 0 1,2-4 0-1,2 12 0 0,-11-15 0 1,0-66 0-1,6 9 0 1,0-4 0-1,0 1 0 0,0-3 0 1,1-2-441-1,3-2 0 1,2-3 0-1,1 0 0 0,3 1 441 1,5-5 0-1,2 1 0 1,2-1 0-1,-3 5 0 0,1-2 0 1,1 1 0-1,4 2 73 1,4 3 1-1,3 0-1 0,1 3 1 1,0 0-74-1,2-3 0 1,-1 1 0-1,3 1 0 0,3-3 0 1,2 1 0-1,2 5 0 1,-5 10 0-1,1 4 0 0,-1 3 0 1,4-3 0-1,-1 10 0 1,0 21 0-1,-5 11 0 0,-13 10 0 1,-5 7 0-1,-1-9 0 1,0 1 0-1,-4 2-206 0,-3 4 1 1,-4 2 0-1,-3-3 205 1,-3-6 0-1,-2-2 0 0,-4-1 0 1,-5 4 0-1,-4-1 0 1,-1-3 0-1,-1-4 0 0,-1-4 0 1,-1-2 0-1,-7 3 0 1,-1-3 0-1,1 1 0 0,4-6 0 1,11-11 0-1,-7 11 0 1</inkml:trace>
    </iact:actionData>
  </iact:action>
  <iact:action type="add" startTime="161573">
    <iact:property name="dataType"/>
    <iact:actionData xml:id="d105">
      <inkml:trace xmlns:inkml="http://www.w3.org/2003/InkML" xml:id="stk91" contextRef="#ctx0" brushRef="#br0">13196 8516 24575 0,'-18'0'0'10,"3"-14"0"1,30 10 0 0,3-33 0 0,0 17 0 0,-5-3 0 0,-3-2 0 0,-9-10 0 0,-1 9 0 0,-16-3 0 0,-17 25 0-1,9 10 0 1,-2 3 0 0,-6 3 0 0,-2 6 0 0,4 7 0 0,-1 6 0 0,2-1-397 0,-4 2 0 0,2 0 397 0,5-6 0-1,1 2 0 1,6-1 0 0,5 7 0 0,9-4 0 0,20 0 0 0,15-1 0 0,10-37 0 0,6-13 0 0,-6 1 0 0,-1-4 0 0,-10 3 0-1,-1-2 0 1,-1-1 0 0,-1-3 0 0,-2-1 0 0,-2 2 0 0,1-2 0 0,-4 3 0 0,-5 3 0 0,-2 3 0 0,3 4 794-1,-30 30-794 1,4 3 0 0,-5 23 0 0,16-6 0 0,31-24 0 0,5-8 0 0,2-21 0 0,4-9 0 0,-14 10 0 0,0 0 0 0,0-1 0-1,-1-3 0 1,-1-3 0 0,0 1 0 0,0 1 0 0,-1 0 0 0,-4 0 0 0,-7-4 0 0,-3 2 0 0,4-1 0 0,-44 10 0-1,14 30 0 1,-7-7 0 0,-2 2 0 0,9 8 0 0,4 4 0 0,8 3 0 0,3 0 0 0,3 12 0 0,14-12 0 0,7-4 0-1,0-14 0 1,1-3 0 0,12 10 0 0,-10-7 0 0,-8 1 0 0,-23 11 0 0,8 6 0 0,-17-2 0 0,-5 0 0 0,-8 7 0 0,8 3 0-1,3-19 0 1,44-43 0 0,-7 15 0 0,1-1 0 0,6-17 0 0,2-1 0 0,6 7 0 0,-2 1 0 0,-15 0 0 0,-3 0 0-1,0 4 0 1,-3 2 0 0,-7 0 0 0,-7 5 0 0,0 28 0 0,-7 5 0 0,5 7 0 0,-5-10 0 0,7-9 0 0,0-7 0 0</inkml:trace>
    </iact:actionData>
  </iact:action>
  <iact:action type="add" startTime="163090">
    <iact:property name="dataType"/>
    <iact:actionData xml:id="d106">
      <inkml:trace xmlns:inkml="http://www.w3.org/2003/InkML" xml:id="stk92" contextRef="#ctx0" brushRef="#br0">14056 8318 24575 0,'33'-33'0'11,"-20"13"0"1,0-1 0 0,3-3 0-1,-1-1 0 1,-1-8 0 0,-2 0 0 0,-3 9 0-1,0 2 0 1,2-7 0 0,-7 4 0 0,-19 14 0-1,-11 11 0 1,-9 11 0 0,7 3 0 0,1 4 0-1,5 7 0 1,-7 1 0 0,58 5 0 0,-8-17 0-1,2-2 0 1,14-2 0 0,2-2 0 0,-2 0 0-1,1-1 0 1,-7-2 0 0,2 0 0 0,-1 0 0-1,8-1 0 1,-1 3 0 0,0 6 0 0,-3 5 0-1,-9 2 0 1,-14 0 0 0,-42 10 0 0,8 1 0-1,-6-2 0 1,0-16 0 0,-4-5 0 0,-1 1 0-1,-1 4 0 1,0 1 0 0,2-1 0 0,-2 4 0-1,1-3 0 1,-2-8 0 0,6 0 0 0,19 8 0-1,3-14 0 1,14-14 0 0,-8-5 0 0</inkml:trace>
    </iact:actionData>
  </iact:action>
  <iact:action type="add" startTime="165969">
    <iact:property name="dataType"/>
    <iact:actionData xml:id="d107">
      <inkml:trace xmlns:inkml="http://www.w3.org/2003/InkML" xml:id="stk93" contextRef="#ctx0" brushRef="#br0">15462 7590 24575 0,'-4'28'0'12,"-16"-4"0"1,-4 10 0 0,-4 3 0 0,-4-10 0 0,0-2 0-1,6 0 0 1,1-1 0 0,-1-2 0 0,2-3 0 0,-2-1 0-1,11-3 0 1,38-15 0 0,11 0 0 0,5 0 0 0,3 0 0-1,-10 0 0 1,1 0 0 0,10 0 0 0,0 0 0 0,-16-1 0-1,-3 2 0 1,11 14 0 0,-13-12 0 0,-22 12 0 0</inkml:trace>
    </iact:actionData>
  </iact:action>
  <iact:action type="add" startTime="166355">
    <iact:property name="dataType"/>
    <iact:actionData xml:id="d108">
      <inkml:trace xmlns:inkml="http://www.w3.org/2003/InkML" xml:id="stk94" contextRef="#ctx0" brushRef="#br0">15759 7706 24575 0,'-14'-9'0'7,"10"1"0"1,-26 8 0 0,19 22 0-1,-4-3 0 1,-1 5 0 0,5 12 0-1,2 8 0 1,3 2-727 0,4-8 1 0,1 1 0-1,2 0 0 1,-2 2 726 0,-3 5 0-1,0 1 0 1,0 0 0 0,5-2 0 0,4-7 0-1,3-2 0 1,1-2 0 0,-2 0 0-1,-1 0 0 1,0 0 0 0,1 1 0 0</inkml:trace>
    </iact:actionData>
  </iact:action>
  <iact:action type="add" startTime="168535">
    <iact:property name="dataType"/>
    <iact:actionData xml:id="d109">
      <inkml:trace xmlns:inkml="http://www.w3.org/2003/InkML" xml:id="stk95" contextRef="#ctx0" brushRef="#br0">16355 6449 24575 0,'-26'19'0'9,"17"-5"0"0,33-14 0 0,12 0 0 1,3 0 0-1,1 0 0 0,-11 3 0 1,-3 2 0-1,9 11 0 0,-38 10 0 1,-21-9 0-1,-9-1 0 0,2-2 0 1,-3-1 0-1,1 0 0 0,-4 6 0 1,-1-3 0-1,2-6 0 0,-2-3 0 1,11 2 0-1,12 6 0 0,41-15 0 0,10-7 0 1,7-1 0-1,-4 3 0 0,3-1 0 1,0-1-210-1,-2-6 1 0,0-2 0 1,-2 2 209-1,8 3 0 0,-6 0 0 1,0-12 0-1,-80 22 0 0,5 15 0 1,0-14 0-1,2 1 0 0,7 13 0 1</inkml:trace>
    </iact:actionData>
  </iact:action>
  <iact:action type="add" startTime="176435">
    <iact:property name="dataType"/>
    <iact:actionData xml:id="d110">
      <inkml:trace xmlns:inkml="http://www.w3.org/2003/InkML" xml:id="stk96" contextRef="#ctx0" brushRef="#br0">15495 5374 24575 0,'0'19'0'13,"0"-5"0"0,0-14 0 0,-15 0 0 0,4 0 0 0,-16 7 0 0,-7 1 0 0,8-6 0 0,-3 0 0 0,-3 2 0 0,-5 1 0 0,1 0 0 0,2 1 0 0,0-1 0 0,1-1 0 0,-10-2 0 0,0 0 0 0,-3 6 0 0,6-1 0 0,10-7 0 0,-6 7 0 0,34 9 0 0,-20-5 0 0,18 4 0 0,-11-15 0 0,15 15 0 0,0 25 0 0,1-11 0 0,-2 3 0 0,-3-1 0 0,-2 2 0 0,2 0 0 0,2 1 0 0,3 0 0 0,-4-1-278 0,-6 1 1 0,-3 0 0 0,4-1 277 0,6 14 0 0,0-4 0 0,-9-8 0 0,0-3 0 0,9-6 0 0,2-3 0 0,-7 3 0 0,7 3 0 0,-15-25 0 0,11 11 832 0,4-30-832 0,11-3 0 0,20-8 0 0,-5-5 0 0,7 5 0 0,8 8 0 0,-14 8 0 0,3 5 0 0,3 10 0 0,2 5 0 0,2-2 0 0,1 2 0 0,-4 1 0 0,-2 4 0 0,-5 6 0 0,-4 4 0 0,2 11 0 0,-24-4 0 0,-9 1 0 0,-6-8 0 0,-7 1 0 0,-3 3 0 0,-5 1 0 0,1-3 0 0,-3-1 0 0,-2-2 0 0,4-1 0 0,-1 2 0 0,3-3 0 0,1-4 0 0,0-3 0 0,-7-1 0 0,2-2 0 0,2 4 0 0,-1-8 0 0,30-16 0 0,0-1 0 1</inkml:trace>
    </iact:actionData>
  </iact:action>
  <iact:action type="add" startTime="181702">
    <iact:property name="dataType"/>
    <iact:actionData xml:id="d111">
      <inkml:trace xmlns:inkml="http://www.w3.org/2003/InkML" xml:id="stk97" contextRef="#ctx0" brushRef="#br0">12502 10021 24575 0,'0'-18'0'319,"0"3"0"0</inkml:trace>
    </iact:actionData>
  </iact:action>
  <iact:action type="add" startTime="183852">
    <iact:property name="dataType"/>
    <iact:actionData xml:id="d112">
      <inkml:trace xmlns:inkml="http://www.w3.org/2003/InkML" xml:id="stk98" contextRef="#ctx0" brushRef="#br0">12419 10104 24575 0,'-18'14'0'10,"-5"-10"0"1,22 11 0 0,-7-15 0 0,8 0 0 0,0 0 0 0,-14 0 0 0,10 0 0 0,-11 0 0 0,0-15 0 0,12-3 0 0,3-15 0 0,40 14 0 0,-11 7 0 0,3 2 0 0,6 11 0 0,-1 4 0 0,-10-2 0 0,-2 3 0 0,8 10 0 0,-6 8 0 0,-16 11 0 0,-7 4 0 0,6-7 0 0,-5 0 0 0,-13-1 0 0,-7 2 0 0,-3-3 0 0,-10 2 0 0,-4-4 0 0,5-9 0 0,-1-2 0 0,0-1 0 0,-10 8 0 0,1-2 0 0,3-8 0 0,1-2 0 0,8-3 0 0,1 0 0 0,-17 6 0 0,23-15 0 0,18 0 0 0,40 14 0 0,-4-11 0 0,4-2 0 0,-8 4 0 0,3 1 0 0,-1-2-356 0,0-3 0 0,0-2 0 0,-1 1 0 0,13 0 0 0,-2 0 0 0,-7 0 0 0,-1 0 0 0</inkml:trace>
    </iact:actionData>
  </iact:action>
  <iact:action type="add" startTime="184789">
    <iact:property name="dataType"/>
    <iact:actionData xml:id="d113">
      <inkml:trace xmlns:inkml="http://www.w3.org/2003/InkML" xml:id="stk99" contextRef="#ctx0" brushRef="#br0">13742 9955 24575 0,'-21'-13'0'9,"0"0"0"0,-5-3 0 1,11 8 0-1,30-6 0 1,11 10 0-1,0-4 0 1,4 1 0-1,11 6 0 0,1 2 0 1,2-2 0-1,-1 2 0 1,-5 9 0-1,-1 2 0 1,-5-4 0-1,-9 4 0 0,-28 19 0 1,-8 1 0-1,3-8 0 1,-20-2 0-1,-17 3 0 1,3-6 0-1,5-7 0 0,-1-2 0 1,4 3 0-1,-1 2 0 1,4-3 0-1,3-3 0 1,12-1 0-1,18-1 0 1,11-7 0-1,13 7 0 0,5 1 0 1,2-8 0-1,-1 4 0 1,-3 17 0-1,1 2 0 1,6-17 0-1,-7 2 0 0,-31 38 0 1,-22-20 0-1,-1-12 0 1,-7-2 0-1,3-1 0 1,-3 0 0-1,2-2 0 0,-5-3 0 1,2-1 0-1,5 5 0 1,3-5 0-1,5-20 0 1,22 11 0-1,0-10 0 1</inkml:trace>
    </iact:actionData>
  </iact:action>
  <iact:action type="add" startTime="185639">
    <iact:property name="dataType"/>
    <iact:actionData xml:id="d114">
      <inkml:trace xmlns:inkml="http://www.w3.org/2003/InkML" xml:id="stk100" contextRef="#ctx0" brushRef="#br0">15263 9806 24575 0,'-42'0'0'9,"1"0"0"1,8 0 0 0,8 15 0-1,8 3 0 1,-2 1 0 0,1 3 0-1,12 2 0 1,-2 1 0 0,-21-1 0-1,-3-4 0 1,13-2 0 0,1-3 0-1,-17 0 0 1,13-15 0 0,44-29 0-1,13 7 0 1,-4 1 0 0,4 1 0-1,-6 8 0 1,2 1 0 0,-1 3 0-1,14 1 0 1,-1 3 0 0,-1 2 0-1,-1 4 0 1,-4 0 0 0,-3 7 0-1,-6 20 0 1,-4 3 0 0,11-7 0-1,-19 12 0 1,-10 2 0 0,-28-3 0-1,-4-9 0 1,-5-4 0 0,-4-8 0-1,-2-4-327 1,-1-2 1 0,1-4 0-1,8-4-1 1,2-2 1 0,-6 1 0 0</inkml:trace>
    </iact:actionData>
  </iact:action>
  <iact:action type="add" startTime="186172">
    <iact:property name="dataType"/>
    <iact:actionData xml:id="d115">
      <inkml:trace xmlns:inkml="http://www.w3.org/2003/InkML" xml:id="stk101" contextRef="#ctx0" brushRef="#br0">15098 9756 24575 0,'0'-33'0'7,"0"8"0"0,22-7 0 0,11 25 0 0,5 3 0 0,-1-4 0 0,2 2-410 1,-5 4 0-1,3 3 1 0,-3 0-1 0,0-1 1 0,-2 0-1 0,-4 0 0 0,1 0 1 1</inkml:trace>
    </iact:actionData>
  </iact:action>
  <iact:action type="add" startTime="186441">
    <iact:property name="dataType"/>
    <iact:actionData xml:id="d116">
      <inkml:trace xmlns:inkml="http://www.w3.org/2003/InkML" xml:id="stk102" contextRef="#ctx0" brushRef="#br0">16272 9790 24575 0,'-18'0'0'9,"32"-15"0"1,16-18 0 0,-13 12 0 0,1-2 0-1,2-9 0 1,-4-1 0 0,-12 7 0 0,-4 1 0 0,3-1 0-1,-6 2 0 1,-14 6 0 0,-6 3 0 0,1 5 0 0,-2 4 0-1,-20 0 0 1,1 4 0 0,3 10 0 0,14-2 0-1,6 4 0 1,20 16 0 0,19-13 0 0,8 0 0 0,-1 2 0-1,3 1 0 1,0-3 0 0,2 1 0 0,-1-1 0 0,2 1 0-1,-3 2 0 1,-3 13 0 0,-5 2 0 0,-4 6 0-1,-25-10 0 1,-9 4 0 0,-2-3 0 0,-8 6 0 0,-3-3 0-1,6-6 0 1,-1 1 0 0,-3-4 0 0,-10-5 0 0,-3-4 0-1,6-2 0 1,11-2 0 0,2-2 0 0,-16 1 0-1,6-8 0 1,17-22 0 0,30-21 0 0,3 7 0 0,4-3 0-1,-5 11 0 1,1-1 0 0,1 1-349 0,0 2 0 0,1 0 1-1,-1 3-1 1,3 0 1 0,-3 4-1 0,5-3 1 0</inkml:trace>
    </iact:actionData>
  </iact:action>
  <iact:action type="add" startTime="187206">
    <iact:property name="dataType"/>
    <iact:actionData xml:id="d117">
      <inkml:trace xmlns:inkml="http://www.w3.org/2003/InkML" xml:id="stk103" contextRef="#ctx0" brushRef="#br0">17314 9475 24575 0,'9'-14'0'10,"-2"-5"0"0,-7-14 0 0,0-7 0 1,-7 5 0-1,-10 9 0 0,0 10 0 1,-6 3 0-1,-12 8 0 0,-4 6 0 1,0 5 0-1,-1 3 0 0,8-2 0 1,-2 2 0-1,3 4 0 0,1 10 0 1,2 5 0-1,3 0-647 0,0 7 1 1,4 0 646-1,-3 3 0 0,12-1 0 1,30 2 0-1,15-6 0 0,0-12 0 1,6-5 0-1,-4-5 0 0,3-2 0 1,-1-5 0-1,-5-9 0 0,-2-4 0 1,0-1 0-1,12-6 0 0,-5-5 0 1,-17-11 0-1,-3 0 0 0,0 13 0 1,-3 1 1293-1,-7-28-1293 0,-7 50 0 1,0-8 0-1,7 30 0 0,1 16 0 1,-6-15 0-1,0 3 0 0,2 9 0 1,2 6 0-1,-2-2 0 0,-3 2 0 1,-2 0-502-1,1-5 1 0,0 2 0 1,0-5 501-1,0-8 0 0,0-3 0 1,0 6 0-1,0-3 0 0,0-3 0 1</inkml:trace>
    </iact:actionData>
  </iact:action>
  <iact:action type="add" startTime="201652">
    <iact:property name="dataType"/>
    <iact:actionData xml:id="d118">
      <inkml:trace xmlns:inkml="http://www.w3.org/2003/InkML" xml:id="stk104" contextRef="#ctx0" brushRef="#br0">17330 10352 24575 0,'-24'0'0'10,"13"0"0"0,-3 0 0 0,14 0 0 1,14 0 0-1,-3 0 0 0,17-4 0 1,5 0 0-1,7 3 0 0,-8-10 0 1,1 0 0-1,-3 7 0 0,-13 4 0 0,-18 0 0 1,-20 11 0-1,-5-1 0 0,-9 1 0 1,-1-1 0-1,-3-1 0 0,-2-1 0 1,2 1-413-1,2 2 0 0,2 0 1 1,2 0 412-1,-7-2 0 0,8 0 0 0,18 6 0 1,45-30 0-1,-1 9 0 0,7 1 0 1,-1-2 0-1,-7-4 0 0,-1-1 0 1,3 2 0-1,3 4 0 0,5 2 0 1,-2 0 0-1,-6-1 0 0,-4-3 0 0,-6 2 0 1,8 6 0-1,-69 14 0 0,7-12 0 1,-2 0 0-1,-1 13 0 0,2 0 0 1,8-14 0-1,3 1 0 0,1 13 0 1</inkml:trace>
    </iact:actionData>
  </iact:action>
  <iact:action type="add" startTime="203501">
    <iact:property name="dataType"/>
    <iact:actionData xml:id="d119">
      <inkml:trace xmlns:inkml="http://www.w3.org/2003/InkML" xml:id="stk105" contextRef="#ctx0" brushRef="#br0">12799 12253 24575 0,'0'34'0'6,"-14"-16"0"0,10 19 0 0,-11-18 0 1,0 4 0-1,12 5 0 0,4 6 0 0,-2 1-820 1,-5 2 1-1,-2 1 0 0,0 3 0 0,0-1 667 1,2 4 1-1,0 1 0 0,0 0 0 0,-1 2 151 1,-2-7 0-1,-1 2 0 0,-1 0 0 0,1 0 0 1,0-3 55-1,1 4 1 0,1-2 0 0,-1-1 0 1,-2-4-56-1,-3 1 0 0,-3-3 0 1,2-4 0-1,2 4 0 0,1-14 0 0,-7-35 0 1,-3-20 0-1,12-5 0 0,4-8-430 0,1 8 0 1,1-2 1-1,2-1 429 0,0 6 0 0,1-1 0 1,2 0 0-1,1-2 206 0,2-4 0 0,2-2 0 1,1 0 0-1,1 2-206 0,1 5 0 0,1 1 0 1,1 1 0-1,2-1 0 0,2-4 0 0,3 0 0 1,1 1 0-1,0 4-79 0,4 2 1 1,0 3 0-1,1 2 78 0,0-2 0 0,1 1 0 1,1 7 0-1,10 7 0 0,0 9 0 0,-9 7 0 1,-2 9 669-1,-5 13 1 0,-6 8-670 0,-2 4 0 1,-9 3 0-1,-13-1 0 0,-8 1 0 0,0-2 0 1,0 3 0-1,-4-2 0 0,-4-3 0 0,-5 1 0 1,1-5 0-1,-1-4 0 0,2-2 0 0,6 7 0 1,2-3 0-1,-9-7 0 0,30-4 0 1</inkml:trace>
    </iact:actionData>
  </iact:action>
  <iact:action type="add" startTime="204155">
    <iact:property name="dataType"/>
    <iact:actionData xml:id="d120">
      <inkml:trace xmlns:inkml="http://www.w3.org/2003/InkML" xml:id="stk106" contextRef="#ctx0" brushRef="#br0">13047 12948 24575 0,'-7'33'0'10,"-10"-7"0"0,6-10 0 1,11-16 0-1,4-16 0 1,19-20 0-1,5-5 0 1,-15 14 0-1,-2 0 0 0,4-1 0 1,1-3 0-1,-6 4 0 1,-10-13 0-1,-41 36 0 1,9 13 0-1,-4 8 0 0,4 0 0 1,-3 4 0-1,3 1 0 1,5 3 0-1,1 1 0 1,0-1 0-1,-14 4 0 0,8 0 0 1,22 0 0-1,9-3 0 1,12-5 0-1,17-8 0 1,9-4 0-1,7-7 0 0,4-4 0 1,-14-2 0-1,1-2 0 1,-1 1 0-1,5 0 0 1,-1-1 0-1,-4-2 0 0,-8-1 0 1,-15 2 0-1,4-8 0 1,-15 12 0-1,0-27 0 1,0 5 0-1,10 1 0 0,2-2 0 1,-3 0 0-1,2 1 0 1,17-8 0-1,-1 1 0 1,-15 9 0-1,-1 2 0 0,18-12 0 1,-29 18 0-1,-15 15 0 1,12 0 0-1,-27 15 0 1,41 3 0-1,-7 16 0 0,26-19 0 1,10-5 0-1,-9-1 0 1,2-1 0-1,-1 0 0 1,2 0 0-1,-3-2 0 0,1-4 0 1,-3 0 0-1,3 3 0 1,-9 4 0-1,-19 6 0 1,-23 11 0-1,0-2 0 0,-6 1 0 1,-6-2 0-1,-2-2 0 1,7 1 0-1,1-3 0 1,-1-9 0-1,2-4 0 0,-2 2 0 1,26-16 0-1,26 6 0 1,-3-14 0-1,4-4 0 1,5 9 0-1,2 0 0 0,0-8 0 1,0-3 0-1,-7 2 0 1,0-2 0-1,0 4 0 1,4 6 0-1,-2-2 0 0,-8-9 0 1,-2-5 0-1,-2 4 0 1,9-6 0-1,-17 3 0 1,-3-1 0-1,-6-7 0 0,0 9 0 1,0 12 0-1,-15 28 0 1,-4 5 0-1,-6 7 0 1,8-10 0-1,10-9 0 0,44 8 0 1,-6-11 0-1,4 2 0 1,2 2 0-1,-11 0 0 1,-1-1 0-1,1-7 0 0,-2 4 0 1,-9 19 0-1,-5 5 0 1,5 11 0-1,-20-7 0 1,-5 2 0-1,6-1 0 0,-3-2 0 1,-7-4 0-1,-3-2 0 1,-9 10 0-1,8-13 0 1,3-22 0-1,15 0 0 1</inkml:trace>
    </iact:actionData>
  </iact:action>
  <iact:action type="add" startTime="205740">
    <iact:property name="dataType"/>
    <iact:actionData xml:id="d121">
      <inkml:trace xmlns:inkml="http://www.w3.org/2003/InkML" xml:id="stk107" contextRef="#ctx0" brushRef="#br0">14982 12452 24575 0,'0'-39'0'9,"0"17"0"1,0-24 0-1,0 21 0 1,-15 21 0 0,3 29 0-1,-1 12 0 1,-4-6 0-1,-1 1 0 1,0 2 0 0,-2 2 0-1,3-3 0 1,3-6 0 0,-2-5 0-1,-8-7 0 1,2-4 0-1,11 4 0 1,-3-45 0 0,14 1 0-1,6-2 0 1,2-2 0-1,-4 6 0 1,3 2 0 0,13-4 0-1,6 1 0 1,-2 5 0 0,4 4 0-1,8 4 0 1,3 4 0-1,2 1 0 1,1 6 0 0,-4 8 0-1,-1 6 0 1,-2 1 0-1,-4 4 0 1,-2 11 0 0,-8 5 0-1,-12 2 0 1,-7 2 0 0,-4 10 0-1,-7 0 0 1,-7-16 0-1,-4 0 0 1,-1-2 0 0,-8 10 0-1,-3-6 0 1,-1-15 0-1,0-7 0 1,6-7 0 0,4-7 0-1,-2-29 0 1,10 1 0 0</inkml:trace>
    </iact:actionData>
  </iact:action>
  <iact:action type="add" startTime="206323">
    <iact:property name="dataType"/>
    <iact:actionData xml:id="d122">
      <inkml:trace xmlns:inkml="http://www.w3.org/2003/InkML" xml:id="stk108" contextRef="#ctx0" brushRef="#br0">14916 12287 24575 0,'-14'-22'0'6,"0"1"0"0,-8-4 0 1,35 1 0-1,11 3 0 1,15 7 0-1,-12 1 0 1,7-4 0-1,3 0 0 1,-3 3 0-1,2 3 0 1,0 2 0-1,2 0-820 1,3-1 1-1,4 0 0 1,-1 0 0-1,-5-1 350 1,-7 0 1-1,-3 0 0 1,0 2 0-1,16 3 0 1,-5 1 0-1,-7-10 0 1</inkml:trace>
    </iact:actionData>
  </iact:action>
  <iact:action type="add" startTime="207385">
    <iact:property name="dataType"/>
    <iact:actionData xml:id="d123">
      <inkml:trace xmlns:inkml="http://www.w3.org/2003/InkML" xml:id="stk109" contextRef="#ctx0" brushRef="#br0">17198 10583 24575 0,'-26'-12'0'7,"0"0"0"1,-7-13 0 0,33-8 0 0,33 14 0 0,-12 7 0 0,3 2 0-1,17 8 0 1,4 2 0 0,-3-3 0 0,2-1 0 0,-6 4 0 0,1 1 0 0,0-2 0-1,0-3 0 1,1-2 0 0,-3 1 0 0,4 4 0 0,-3-1 0 0,-3-6 0 0,-15 1 0-1,-49 7 0 1,2 7 0 0,-2 1 0 0,-3-6 0 0,-5-1 0 0,-1 3 0 0,-6 2 0-1,-1 0 0 1,6 0 0 0,-1 3 0 0,-1-1 0 0,3-5 0 0,-6-2 0 0,2 1 0-1,10 3 0 1,3 10 0 0,55-15 0 0,2-7 0 0,8-1 0 0,0 6 0 0,8 2 0-1,0 0 0 1,-5-2-369 0,8-5 0 0,-2 0 369 0,-3 5 0 0,1 3 0 0,-10 0 0-1,-9-1 0 1,-48 0 0 0,-7 6 0 0,-4 2 0 0,-4-6 0 0,-1 0-410 0,7 7 0-1,0 3 1 1,1-4-1 0,-6-5 1 0,1-2-1 0,0 6 0 0,0 1 1 0</inkml:trace>
    </iact:actionData>
  </iact:action>
  <iact:action type="add" startTime="211268">
    <iact:property name="dataType"/>
    <iact:actionData xml:id="d124">
      <inkml:trace xmlns:inkml="http://www.w3.org/2003/InkML" xml:id="stk110" contextRef="#ctx0" brushRef="#br0">17975 9260 24575 0,'0'24'0'12,"0"0"0"1,0 20 0-1,0-11 0 1,0-1 0 0,0 4 0-1,0-4 0 1,22-32 0-1,-5-19 0 1,1-8 0 0,4 3 0-1,4-2 0 1,0-2 0-1,2-7 0 1,1-3 0 0,-2 1 0-1,-6 8 0 1,-1 0 0-1,2 1 0 1,3-4 0 0,1 0 0-1,-2 11 0 1,5 14 0-1,4-4 0 1,-22 39 0 0,-7 14 0-1,0-4 0 1,-1 3 0-1,2-8 0 1,1 2 0 0,0-2 0-1,-3 5 0 1,5-1 0-1,11-5 0 1,6 1 0 0,-3-6 0-1,6 8 0 1,6-6 0-1,2-5 0 1,-3-16 0 0</inkml:trace>
    </iact:actionData>
  </iact:action>
  <iact:action type="add" startTime="212335">
    <iact:property name="dataType"/>
    <iact:actionData xml:id="d125">
      <inkml:trace xmlns:inkml="http://www.w3.org/2003/InkML" xml:id="stk111" contextRef="#ctx0" brushRef="#br0">17859 9376 24575 0,'5'24'0'9,"0"0"0"1,-1 15 0-1,-1 3 0 1,-3-3 0 0,0 3 0-1,0-5 0 1,0 3 0 0,0-5 0-1,-2-10 0 1,4-3 0-1,11 6 0 1,3-11 0 0,6-47 0-1,-1 9 0 1,4-4 0 0,-1-2 0-1,-2-6 0 1,-3-3 0-1,1 0-449 1,1-3 0 0,-1-1 1-1,-1 1 448 1,-2 6 0 0,-1 0 0-1,-1 2 0 1,1-4 0 0,-1 4 0-1,11-4 0 1,7 13 0-1,8 44 0 1,-16-3 0 0,-1 4 0-1,2 13 0 1,0 3 0 0,-5-11 0-1,2 1 0 1,-3-1 0-1,-1 10 0 1,-1-1 0 0,5 4 0-1,0-3 0 1,-10-14 0 0,-1-2 673-1,7 8 0 1,3-5-673-1,2-13 0 1,1-5 0 0,1 1 0-1,0-2 0 1,0-5 0 0,-2-2 0-1,1 1 0 1,-10 0 0 0</inkml:trace>
    </iact:actionData>
  </iact:action>
  <iact:action type="add" startTime="214118">
    <iact:property name="dataType"/>
    <iact:actionData xml:id="d126">
      <inkml:trace xmlns:inkml="http://www.w3.org/2003/InkML" xml:id="stk112" contextRef="#ctx0" brushRef="#br0">18289 9525 24575 0,'-14'-18'0'20,"10"3"0"1,-11 15 0 0,15 0 0 0,0 0 0 0</inkml:trace>
    </iact:actionData>
  </iact:action>
  <iact:action type="remove" startTime="214574">
    <iact:property name="style" value="instant"/>
    <iact:actionData xml:id="d127" ref="#d124"/>
    <iact:actionData xml:id="d128">
      <inkml:trace xmlns:inkml="http://www.w3.org/2003/InkML" xml:id="stk113" contextRef="#ctx0" brushRef="#br0">17975 9260 24575 0,'0'24'0'12,"0"0"0"1,0 20 0-1,0-11 0 1,0-1 0 0,0 4 0-1,0-4 0 1,22-32 0-1,-5-19 0 1,1-8 0 0,4 3 0-1,4-2 0 1,0-2 0-1,2-7 0 1,1-3 0 0,-2 1 0-1,-6 8 0 1,-1 0 0-1,2 1 0 1,3-4 0 0,1 0 0-1,-2 11 0 1,5 14 0-1,4-4 0 1,-22 39 0 0,-7 14 0-1,0-4 0 1,-1 3 0-1,2-8 0 1,1 2 0 0,0-2 0-1,-3 5 0 1,5-1 0-1,11-5 0 1,6 1 0 0,-3-6 0-1,6 8 0 1,6-6 0-1,2-5 0 1,-3-16 0 0</inkml:trace>
    </iact:actionData>
  </iact:action>
  <iact:action type="remove" startTime="214621">
    <iact:property name="style" value="instant"/>
    <iact:actionData xml:id="d129" ref="#d125"/>
    <iact:actionData xml:id="d130">
      <inkml:trace xmlns:inkml="http://www.w3.org/2003/InkML" xml:id="stk114" contextRef="#ctx0" brushRef="#br0">17859 9376 24575 0,'5'24'0'9,"0"0"0"1,-1 15 0-1,-1 3 0 1,-3-3 0 0,0 3 0-1,0-5 0 1,0 3 0 0,0-5 0-1,-2-10 0 1,4-3 0-1,11 6 0 1,3-11 0 0,6-47 0-1,-1 9 0 1,4-4 0 0,-1-2 0-1,-2-6 0 1,-3-3 0-1,1 0-449 1,1-3 0 0,-1-1 1-1,-1 1 448 1,-2 6 0 0,-1 0 0-1,-1 2 0 1,1-4 0 0,-1 4 0-1,11-4 0 1,7 13 0-1,8 44 0 1,-16-3 0 0,-1 4 0-1,2 13 0 1,0 3 0 0,-5-11 0-1,2 1 0 1,-3-1 0-1,-1 10 0 1,-1-1 0 0,5 4 0-1,0-3 0 1,-10-14 0 0,-1-2 673-1,7 8 0 1,3-5-673-1,2-13 0 1,1-5 0 0,1 1 0-1,0-2 0 1,0-5 0 0,-2-2 0-1,1 1 0 1,-10 0 0 0</inkml:trace>
    </iact:actionData>
  </iact:action>
  <iact:action type="remove" startTime="214934">
    <iact:property name="style" value="instant"/>
    <iact:actionData xml:id="d131" ref="#d126"/>
    <iact:actionData xml:id="d132">
      <inkml:trace xmlns:inkml="http://www.w3.org/2003/InkML" xml:id="stk115" contextRef="#ctx0" brushRef="#br0">18289 9525 24575 0,'-14'-18'0'20,"10"3"0"1,-11 15 0 0,15 0 0 0,0 0 0 0</inkml:trace>
    </iact:actionData>
  </iact:action>
  <iact:action type="add" startTime="214574">
    <iact:property name="dataType" value="strokeEraser"/>
    <iact:actionData xml:id="d133">
      <inkml:trace xmlns:inkml="http://www.w3.org/2003/InkML" xml:id="stk116" contextRef="#ctx1" brushRef="#br1">18405 9244 0,'-66'0'22,"16"16"0,-65 51 0,48-34 0,18-17 0,49-16 0,49-16 1,-16 16-1,83-33 0,0-1 0,-66 1 0,16 17 0,-66 16 0,0 0 1,-66 16-1,16 17 0,-16 34 0,16-51 0,50 50 0,0-33 0,50-16 1,16-17-1,17 0 0,-17-17 0,-50 17 0,-32 0 0,16 0 0,0 0 1,-33 17-1,33-17 0,0 0 0,0 0 0,0 0 0,0 0 1</inkml:trace>
    </iact:actionData>
  </iact:action>
  <iact:action type="add" startTime="215354">
    <iact:property name="dataType"/>
    <iact:actionData xml:id="d134">
      <inkml:trace xmlns:inkml="http://www.w3.org/2003/InkML" xml:id="stk117" contextRef="#ctx0" brushRef="#br0">18488 9492 24575 0,'18'-24'0'25,"-3"13"0"0,-15-4 0 0,0 15 0 1</inkml:trace>
    </iact:actionData>
  </iact:action>
  <iact:action type="add" startTime="215478">
    <iact:property name="dataType"/>
    <iact:actionData xml:id="d135">
      <inkml:trace xmlns:inkml="http://www.w3.org/2003/InkML" xml:id="stk118" contextRef="#ctx0" brushRef="#br0">18521 9409 24575 0,'-33'0'0'0,"0"0"0"1</inkml:trace>
    </iact:actionData>
  </iact:action>
  <iact:action type="add" startTime="215923">
    <iact:property name="dataType"/>
    <iact:actionData xml:id="d136">
      <inkml:trace xmlns:inkml="http://www.w3.org/2003/InkML" xml:id="stk119" contextRef="#ctx0" brushRef="#br0">18140 9244 24575 0,'-18'0'0'11,"3"0"0"0,15 0 0 1,0 0 0-1,15 7 0 0,-11 10 0 1,10 2 0-1,1 2 0 0,-11 23 0 1,3-19 0-1,1 0 0 0,-1 15 0 1,-5-21 0-1,20-5 0 0,-4-28 0 1,1-1 0-1,3-3 0 0,10-11 0 1,0-1 0-1,-13 3 0 0,2 0 0 1,10 2 0-1,4-1 0 0,-3 0 0 1,-7-4 0-1,-1 0 0 0,0 5 0 1,3-1 0-1,-4 1 0 0,-1-1 0 1,-4 1 0-1,-1-6 0 0,5 23 0 1,-19 16 0-1,12 23 0 0,-7-7 0 1,-1 3 0-1,-6 11 0 0,2 0 0 1,11-7 0-1,1-2 0 0,-14 1 0 1,2-5 0-1,19-6 0 0,-20-4 0 1,20-15 0-1,-4 0 0 1</inkml:trace>
    </iact:actionData>
  </iact:action>
  <iact:action type="add" startTime="217401">
    <iact:property name="dataType"/>
    <iact:actionData xml:id="d137">
      <inkml:trace xmlns:inkml="http://www.w3.org/2003/InkML" xml:id="stk120" contextRef="#ctx0" brushRef="#br0">17363 10468 24575 0,'19'-10'0'9,"-5"3"0"1,-43 7 0 0,-15 0 0 0,8 0 0 0,-3 0 0 0,-3 4 0 0,1-1 0-1,8-2 0 1,5 0 0 0,2 7 0 0,52-16 0 0,16 1 0 0,6-2 0 0,-4-3 0-1,2-2-151 1,-7 4 1 0,4-1-1 0,0 1 1 0,-4 0 150 0,-6 3 0 0,-2 1 0-1,0-1 0 1,3-2 0 0,1 1 0 0,-6 3 0 0,7 13 0 0,-58 23 0 0,-4-16 0-1,-5-1 0 1,-3 7 0 0,-3-1 0 0,7-8 0 0,-1-2 0 0,2-1 0 0,-2-3 0-1,3-1 0 1,-12 10 0 0,45-15 602 0,30-15-602 0,4 9 0 0,5 1 0 0,-1-4 0-1,0 1 0 1,-4 3 0 0,-3 3 0 0,5 9 0 0,-49 25 0 0,-9-14 0 0,-8 0 0-1,0 3 0 1,-3 2 0 0,-2-2 0 0,0-5 0 0,-2-2 0 0,1 0 0 0,-13 4 0-1,3-3 0 1,15-5 0 0,3-6 0 0,-14-18 0 0,33 10 0 0,-10-11 0 0</inkml:trace>
    </iact:actionData>
  </iact:action>
  <iact:action type="add" startTime="220368">
    <iact:property name="dataType"/>
    <iact:actionData xml:id="d138">
      <inkml:trace xmlns:inkml="http://www.w3.org/2003/InkML" xml:id="stk121" contextRef="#ctx0" brushRef="#br0">12683 14932 24575 0,'0'-18'0'11,"0"3"0"0,0 15 0 0,0 0 0 0,-14-7 0 1,-5-10 0-1,2-1 0 0,1-4 0 0,6 1 0 1,2-2 0-1,-3-9 0 0,7 0 0 0,17 5 0 0,4 2 0 1,-8-1 0-1,4 3 0 0,20 4 0 0,4 4 0 1,-15-2 0-1,1 3 0 0,13 15 0 0,0 9 0 1,-12 1 0-1,-4 6 0 0,-1 16 0 0,-5 9 0 0,-6-4 0 1,-4 3 0-1,-1 1-408 0,-1-6 0 0,-2 0 1 1,-1 0-1-1,0 0 408 0,-3 8 0 0,-1-1 0 0,-1 0 0 1,2 1 0-1,-1 0 0 0,-4-5 0 0,-10 1 0 1,-3-5 0-1,5-7 0 0,0-4 0 0,-9 7 0 1,11-31 0-1,30-2 0 0,11-20 1631 0,8 4-1631 0,3 1 0 1,4 1 0-1,-10 5 0 0,2 3-374 0,13-1 1 1,-2 4 0-1,-17 4 0 0,-3 2 0 0,15-1 0 1</inkml:trace>
    </iact:actionData>
  </iact:action>
  <iact:action type="add" startTime="221356">
    <iact:property name="dataType"/>
    <iact:actionData xml:id="d139">
      <inkml:trace xmlns:inkml="http://www.w3.org/2003/InkML" xml:id="stk122" contextRef="#ctx0" brushRef="#br0">14205 14420 24575 0,'-37'0'0'9,"0"0"0"0,10 1 0 0,1-2 0 1,0-6 0-1,4-1 0 0,6 4 0 0,30-25 0 1,29 25 0-1,-14-4 0 0,2 2 0 1,2 10 0-1,0 6 0 0,1 6 0 0,-3 1 0 1,-8-3 0-1,-2 2 0 0,0 13 0 1,-9 2 0-1,-27 6 0 0,4-5 0 0,-7 0 0 1,-7-13 0-1,-6-3 0 0,0 1 0 0,5 4 0 1,0 2 0-1,-1-3 0 0,-15 0 0 1,0-3 0-1,7 0 0 0,6-3 0 0,3-6 0 1,41-8 0-1,14 0 0 0,5 5 0 1,4 4 0-1,-8 0 0 0,0 1 0 0,11 5 0 1,-1 3 0-1,-12-7 0 0,-3 3 0 0,1 9 0 1,-11 0 0-1,-30 7 0 0,-3-9 0 1,-8-2 0-1,-6-6 0 0,-5-3 0 0,1-2 0 1,-1-1 0-1,-1-3 0 0,4 3 0 1,-1-1 0-1,3-4 0 0,4-7 0 0,5-5 0 1,-12-15 0-1,27 4 0 0,27-1 0 1</inkml:trace>
    </iact:actionData>
  </iact:action>
  <iact:action type="add" startTime="222189">
    <iact:property name="dataType"/>
    <iact:actionData xml:id="d140">
      <inkml:trace xmlns:inkml="http://www.w3.org/2003/InkML" xml:id="stk123" contextRef="#ctx0" brushRef="#br0">15098 14354 24575 0,'24'-10'0'9,"-13"3"0"0,18 14 0 0,-25 10 0 0,4 5 0 0,-2 4 0 0,-11 0 0 0,-4 1 0 0,0 6 0 1,-1 0 0-1,-1-7 0 0,-3-2 0 0,-1-2 0 0,-2-4 0 0,-8 1 0 0,-16-5 0 0,6-28 0 0,10-5 0 1,25-21 0-1,25 5 0 0,-2 10 0 0,4 2 0 0,4 4 0 0,4 3 0 0,9 2 0 0,2 2 0 0,-13 6 0 1,1 0 0-1,0 4 0 0,0 5 0 0,0 3 0 0,-1-1 0 0,16-3 0 0,-8 7 0 0,-21 19 0 0,-10 5 0 1,-14 8 0-1,-11-14 0 0,-9 6 0 0,-5 1 0 0,1-5 0 0,-3-4 0 0,-3-3 0 0,0 0 0 0,5 0 0 1,0 3 0-1,-1-4 0 0,3-8 0 0,-10-7 0 0,7-12 0 0,6-23 0 0,25 0 0 0,0 1 0 1</inkml:trace>
    </iact:actionData>
  </iact:action>
  <iact:action type="add" startTime="222788">
    <iact:property name="dataType"/>
    <iact:actionData xml:id="d141">
      <inkml:trace xmlns:inkml="http://www.w3.org/2003/InkML" xml:id="stk124" contextRef="#ctx0" brushRef="#br0">15180 14238 24575 0,'-33'-9'0'9,"15"1"0"0,18-6 0 0,33-5 0 0,5-1 0 0,5 0 0 0,-12 12 0 0,2 2 0 0,-2 0 0 0,13-7 0 0,-1 4 0 0,-8 9 0 0,0 0 0 0</inkml:trace>
    </iact:actionData>
  </iact:action>
  <iact:action type="add" startTime="223073">
    <iact:property name="dataType"/>
    <iact:actionData xml:id="d142">
      <inkml:trace xmlns:inkml="http://www.w3.org/2003/InkML" xml:id="stk125" contextRef="#ctx0" brushRef="#br0">16272 14304 24575 0,'20'-20'0'8,"0"0"0"1,9-5 0 0,-1 0 0 0,-5-1 0 0,0 1 0 0,6 0 0 0,-3 0 0 0,-7-16 0 0,-19 8 0 0,-26 8 0 0,3 14 0-1,-4 5 0 1,-5 5 0 0,-2 2 0 0,3-1 0 0,2 2 0 0,-14 5 0 0,29 8 0 0,52 3 0 0,-6-1 0 0,4-1 0 0,-6-7 0 0,2-1 0-1,0 1 0 1,1 5 0 0,1 2 0 0,-2 0 0 0,8 1 0 0,-5 3 0 0,-2 10 0 0,-9 4 0 0,-14-1 0 0,-9 0 0 0,-10 5 0-1,-7 0 0 1,-3 0 0 0,-8-1 0 0,-2-12 0 0,-8-1 0 0,-1 0 0 0,4-1 0 0,5-1 0 0,3 0 0 0,-2-2 0 0,-8 2 0 0,-3-2 0-1,2-5 0 1,1-8 0 0,4-7 0 0,3-11 0 0,9-12 0 0,7-7 0 0,16-3 0 0,8-2 0 0,-3 4 0 0,1-1 0 0,4 1 0-1,6 2 0 1,3 1 0 0,1 1 0 0,-1-1 0 0,0 0 0 0,0 5-208 0,5 3 1 0,0 3 0 0,-6 0 0 0,-2 3-1 0,-4 6 1 0</inkml:trace>
    </iact:actionData>
  </iact:action>
  <iact:action type="add" startTime="224008">
    <iact:property name="dataType"/>
    <iact:actionData xml:id="d143">
      <inkml:trace xmlns:inkml="http://www.w3.org/2003/InkML" xml:id="stk126" contextRef="#ctx0" brushRef="#br0">17793 13874 24575 0,'-18'0'0'9,"3"-15"0"0,15 12 0 1,0-34 0-1,-7 17 0 1,-10-6 0-1,-4 9 0 0,-6 5 0 1,-1 8 0-1,-4 4 0 1,-12-2 0-1,-2 4 0 0,10 3 0 1,0 4 0-1,1 3-441 1,5 2 1-1,1 3 0 0,0 1 440 1,-2 3 0-1,-1 1 0 1,7 1 0-1,4 7 0 0,7 1 0 1,1 7 0-1,11-4 0 1,34-5 0-1,-2-4 0 0,6-6 0 1,2-21 0-1,3-7 0 1,-9 9 0-1,1 0 0 0,-1-4 0 1,7-11 0-1,-3-3 0 1,-2 5 0-1,-1 1 660 0,-7 3 1 1,-3 1-661-1,3 1 0 1,-11 29 0-1,-15-2 0 0,-1 9 0 1,2 5 0-1,6 2 0 1,0 3 0-1,-5-7 0 0,-1 2 0 1,0 1-837-1,4 3 1 1,0 1 0-1,0 0 836 0,-4-5 0 1,-2 0 0-1,1-1 0 1,0 14 0-1,0-4 0 0,0-16 0 1,0-3 0-1,0 15 0 1</inkml:trace>
    </iact:actionData>
  </iact:action>
</iact:action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>
          <a:extLst>
            <a:ext uri="{FF2B5EF4-FFF2-40B4-BE49-F238E27FC236}">
              <a16:creationId xmlns:a16="http://schemas.microsoft.com/office/drawing/2014/main" id="{F8256924-20D3-442B-DA6B-9EB14D676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1:notes">
            <a:extLst>
              <a:ext uri="{FF2B5EF4-FFF2-40B4-BE49-F238E27FC236}">
                <a16:creationId xmlns:a16="http://schemas.microsoft.com/office/drawing/2014/main" id="{774DD10F-34DC-3931-CC09-111C98E409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1:notes">
            <a:extLst>
              <a:ext uri="{FF2B5EF4-FFF2-40B4-BE49-F238E27FC236}">
                <a16:creationId xmlns:a16="http://schemas.microsoft.com/office/drawing/2014/main" id="{753AAB1E-3420-E088-A2E1-80674C2169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77091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notesSlide" Target="../notesSlides/notesSlide2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Relationship Id="rId9" Type="http://schemas.openxmlformats.org/officeDocument/2006/relationships/image" Target="../media/image6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microsoft.com/office/2011/relationships/inkAction" Target="../ink/inkAction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252674" y="2528754"/>
            <a:ext cx="9686652" cy="9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75" b="1" i="0" u="none" strike="noStrike" cap="none" dirty="0">
                <a:solidFill>
                  <a:srgbClr val="A855F7"/>
                </a:solidFill>
                <a:latin typeface="Poppins"/>
                <a:ea typeface="Poppins"/>
                <a:cs typeface="Poppins"/>
                <a:sym typeface="Poppins"/>
              </a:rPr>
              <a:t>Selection</a:t>
            </a:r>
            <a:r>
              <a:rPr lang="en-US" sz="4875" b="1" i="0" u="none" strike="noStrike" cap="none" dirty="0">
                <a:solidFill>
                  <a:srgbClr val="F9FAFB"/>
                </a:solidFill>
                <a:latin typeface="Poppins"/>
                <a:ea typeface="Poppins"/>
                <a:cs typeface="Poppins"/>
                <a:sym typeface="Poppins"/>
              </a:rPr>
              <a:t> Sort</a:t>
            </a:r>
            <a:endParaRPr dirty="0"/>
          </a:p>
        </p:txBody>
      </p:sp>
      <p:sp>
        <p:nvSpPr>
          <p:cNvPr id="86" name="Google Shape;86;p13"/>
          <p:cNvSpPr txBox="1"/>
          <p:nvPr/>
        </p:nvSpPr>
        <p:spPr>
          <a:xfrm>
            <a:off x="2209800" y="3812944"/>
            <a:ext cx="7772400" cy="3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06B6D4"/>
                </a:solidFill>
                <a:latin typeface="Fira Code"/>
                <a:ea typeface="Fira Code"/>
                <a:cs typeface="Fira Code"/>
                <a:sym typeface="Fira Code"/>
              </a:rPr>
              <a:t>[ Sorting</a:t>
            </a:r>
            <a:r>
              <a:rPr lang="en-US" sz="1950">
                <a:solidFill>
                  <a:srgbClr val="06B6D4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n-US" sz="1950" b="0" i="0" u="none" strike="noStrike" cap="none">
                <a:solidFill>
                  <a:srgbClr val="06B6D4"/>
                </a:solidFill>
                <a:latin typeface="Fira Code"/>
                <a:ea typeface="Fira Code"/>
                <a:cs typeface="Fira Code"/>
                <a:sym typeface="Fira Code"/>
              </a:rPr>
              <a:t>]</a:t>
            </a:r>
            <a:endParaRPr/>
          </a:p>
        </p:txBody>
      </p:sp>
      <p:sp>
        <p:nvSpPr>
          <p:cNvPr id="2" name="Google Shape;86;p13">
            <a:extLst>
              <a:ext uri="{FF2B5EF4-FFF2-40B4-BE49-F238E27FC236}">
                <a16:creationId xmlns:a16="http://schemas.microsoft.com/office/drawing/2014/main" id="{23A412C3-2DA1-88CE-4EBB-D9D93896B895}"/>
              </a:ext>
            </a:extLst>
          </p:cNvPr>
          <p:cNvSpPr txBox="1"/>
          <p:nvPr/>
        </p:nvSpPr>
        <p:spPr>
          <a:xfrm>
            <a:off x="1809750" y="4423303"/>
            <a:ext cx="8572500" cy="4801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[ Y2K </a:t>
            </a:r>
            <a:r>
              <a:rPr lang="en-US" sz="1950" b="0" i="0" u="none" strike="noStrike" cap="none" dirty="0" err="1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DevHub</a:t>
            </a:r>
            <a:r>
              <a:rPr lang="en-US" sz="1950" b="0" i="0" u="none" strike="noStrike" cap="none" dirty="0">
                <a:solidFill>
                  <a:srgbClr val="A855F7"/>
                </a:solidFill>
                <a:latin typeface="Fira Code"/>
                <a:ea typeface="Fira Code"/>
                <a:cs typeface="Fira Code"/>
                <a:sym typeface="Fira Code"/>
              </a:rPr>
              <a:t> : Beginner DSA Series - 12 ]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81025" y="1867150"/>
            <a:ext cx="5276850" cy="670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Selection Sort </a:t>
            </a:r>
            <a:r>
              <a:rPr lang="en-US" sz="16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Array </a:t>
            </a:r>
            <a:r>
              <a:rPr lang="en-US" sz="16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တစ်ခုလုံးကို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ခြုံကြည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့်</a:t>
            </a:r>
            <a:r>
              <a:rPr lang="en-US" sz="16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ပြီး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 err="1">
                <a:solidFill>
                  <a:srgbClr val="A855F7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အငယ်ဆုံး</a:t>
            </a:r>
            <a:r>
              <a:rPr lang="en-US" sz="1650" b="1" i="0" u="none" strike="noStrike" cap="none" dirty="0">
                <a:solidFill>
                  <a:srgbClr val="A855F7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1" i="0" u="none" strike="noStrike" cap="none" dirty="0" err="1">
                <a:solidFill>
                  <a:srgbClr val="A855F7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ဂဏန်း</a:t>
            </a:r>
            <a:r>
              <a:rPr lang="en-US" sz="1650" b="1" i="0" u="none" strike="noStrike" cap="none" dirty="0">
                <a:solidFill>
                  <a:srgbClr val="A855F7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(Minimum)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အရင်ရှာထုတ်ပါတယ</a:t>
            </a:r>
            <a:r>
              <a:rPr lang="en-US" sz="1650" b="0" i="0" u="none" strike="noStrike" cap="none" dirty="0">
                <a:solidFill>
                  <a:srgbClr val="9CA3AF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</a:t>
            </a:r>
            <a:endParaRPr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A26D827-F4CE-E3B5-1EDA-AFFDD151ED98}"/>
              </a:ext>
            </a:extLst>
          </p:cNvPr>
          <p:cNvGrpSpPr/>
          <p:nvPr/>
        </p:nvGrpSpPr>
        <p:grpSpPr>
          <a:xfrm>
            <a:off x="581025" y="2910334"/>
            <a:ext cx="5276850" cy="670321"/>
            <a:chOff x="581025" y="3005435"/>
            <a:chExt cx="5276850" cy="670321"/>
          </a:xfrm>
        </p:grpSpPr>
        <p:sp>
          <p:nvSpPr>
            <p:cNvPr id="102" name="Google Shape;102;p15"/>
            <p:cNvSpPr txBox="1"/>
            <p:nvPr/>
          </p:nvSpPr>
          <p:spPr>
            <a:xfrm>
              <a:off x="1104900" y="3005435"/>
              <a:ext cx="475297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 err="1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အငယ်ဆုံးကိုရှာ</a:t>
              </a:r>
              <a:r>
                <a:rPr lang="en-US" sz="1650" b="1" i="0" u="none" strike="noStrike" cap="none" dirty="0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: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Array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ထဲမှာ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အငယ်ဆုံးဂဏန်းကို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လိုက်ရှာပါတယ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pic>
          <p:nvPicPr>
            <p:cNvPr id="106" name="Google Shape;106;p15" descr="image.png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581025" y="3123901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51F0DF75-7419-EE88-12C1-FA225A2F16D4}"/>
              </a:ext>
            </a:extLst>
          </p:cNvPr>
          <p:cNvGrpSpPr/>
          <p:nvPr/>
        </p:nvGrpSpPr>
        <p:grpSpPr>
          <a:xfrm>
            <a:off x="581025" y="3840434"/>
            <a:ext cx="5276775" cy="1066800"/>
            <a:chOff x="581025" y="3913882"/>
            <a:chExt cx="5276775" cy="1066800"/>
          </a:xfrm>
        </p:grpSpPr>
        <p:sp>
          <p:nvSpPr>
            <p:cNvPr id="103" name="Google Shape;103;p15"/>
            <p:cNvSpPr txBox="1"/>
            <p:nvPr/>
          </p:nvSpPr>
          <p:spPr>
            <a:xfrm>
              <a:off x="1104900" y="3913882"/>
              <a:ext cx="4752900" cy="1066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 dirty="0" err="1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ရှေ့ဆုံးနဲ့လဲ</a:t>
              </a:r>
              <a:r>
                <a:rPr lang="en-US" sz="1650" b="1" i="0" u="none" strike="noStrike" cap="none" dirty="0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(Swap):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တွေ့ပြီဆိုတာနဲ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အဲ့ဒီ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အငယ်ဆုံးဂဏန်းကို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                      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က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ဂဏန်းနဲ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့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နေရာချင်း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</a:t>
              </a:r>
              <a:r>
                <a:rPr lang="en-US" sz="1650" b="0" i="0" u="none" strike="noStrike" cap="none" dirty="0" err="1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လဲလိုက်ပါတယ</a:t>
              </a:r>
              <a:r>
                <a:rPr lang="en-US" sz="1650" b="0" i="0" u="none" strike="noStrike" cap="none" dirty="0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်။</a:t>
              </a:r>
              <a:endParaRPr dirty="0"/>
            </a:p>
          </p:txBody>
        </p:sp>
        <p:pic>
          <p:nvPicPr>
            <p:cNvPr id="105" name="Google Shape;105;p15" descr="image.png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2976525" y="4360685"/>
              <a:ext cx="1009650" cy="3429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7" name="Google Shape;107;p15" descr="image.png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581025" y="4033837"/>
              <a:ext cx="219075" cy="25717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FFEDD6EE-4160-11EB-AC49-3D18FD4A3348}"/>
              </a:ext>
            </a:extLst>
          </p:cNvPr>
          <p:cNvGrpSpPr/>
          <p:nvPr/>
        </p:nvGrpSpPr>
        <p:grpSpPr>
          <a:xfrm>
            <a:off x="572425" y="5167014"/>
            <a:ext cx="5285450" cy="670321"/>
            <a:chOff x="572425" y="5167014"/>
            <a:chExt cx="5285450" cy="670321"/>
          </a:xfrm>
        </p:grpSpPr>
        <p:sp>
          <p:nvSpPr>
            <p:cNvPr id="104" name="Google Shape;104;p15"/>
            <p:cNvSpPr txBox="1"/>
            <p:nvPr/>
          </p:nvSpPr>
          <p:spPr>
            <a:xfrm>
              <a:off x="1104900" y="5167014"/>
              <a:ext cx="4752975" cy="67032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lnSpc>
                  <a:spcPct val="16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50" b="1" i="0" u="none" strike="noStrike" cap="none">
                  <a:solidFill>
                    <a:srgbClr val="F9FAF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ထပ်လုပ်:</a:t>
              </a:r>
              <a:r>
                <a:rPr lang="en-US" sz="1650" b="0" i="0" u="none" strike="noStrike" cap="none">
                  <a:solidFill>
                    <a:srgbClr val="D1D5DB"/>
                  </a:solidFill>
                  <a:latin typeface="Noto Sans Myanmar"/>
                  <a:ea typeface="Noto Sans Myanmar"/>
                  <a:cs typeface="Noto Sans Myanmar"/>
                  <a:sym typeface="Noto Sans Myanmar"/>
                </a:rPr>
                <a:t> ဒုတိယ အငယ်ဆုံးကို ရှာပြီး Index 1 နဲ့ လဲပါတယ်။ ဒီအတိုင်း အဆုံးထိ ဆက်လုပ်သွားတာပါ။</a:t>
              </a:r>
              <a:endParaRPr/>
            </a:p>
          </p:txBody>
        </p:sp>
        <p:pic>
          <p:nvPicPr>
            <p:cNvPr id="108" name="Google Shape;108;p15" descr="image.png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572425" y="5305252"/>
              <a:ext cx="247650" cy="25717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09" name="Google Shape;109;p15"/>
          <p:cNvSpPr txBox="1"/>
          <p:nvPr/>
        </p:nvSpPr>
        <p:spPr>
          <a:xfrm>
            <a:off x="581025" y="581025"/>
            <a:ext cx="11581447" cy="885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Selection Sort ၏ အခြေခံ သဘောတရား 🎯</a:t>
            </a: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581025" y="1600200"/>
            <a:ext cx="1102995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1" name="Google Shape;111;p15" descr="Selection Sort က Array တစ်ခုလုံးကို ခြုံကြည့်ပြီး အငယ်ဆုံး ဂဏန်း (Minimum) ကို အရင်ရှာထုတ်ပါတယ်။&#10;အငယ်ဆုံးကိုရှာ: Array ထဲမှာ အငယ်ဆုံးဂဏန်းကို လိုက်ရှာပါတယ်။&#10;ရှေ့ဆုံးနဲ့လဲ (Swap): တွေ့ပြီဆိုတာနဲ့ အဲ့ဒီ အငယ်ဆုံးဂဏန်းကို Index 0 က ဂဏန်းနဲ့ နေရာချင်း လဲလိုက်ပါတယ်။&#10;ထပ်လုပ်: ဒုတိယ အငယ်ဆုံးကို ရှာပြီး Index 1 နဲ့ လဲပါတယ်။ ဒီအတိုင်း အဆုံးထိ ဆက်လုပ်သွားတာပါ။&#10;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675100" y="1867150"/>
            <a:ext cx="4581475" cy="4581475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oogle Shape;100;p15" descr="image.png">
            <a:extLst>
              <a:ext uri="{FF2B5EF4-FFF2-40B4-BE49-F238E27FC236}">
                <a16:creationId xmlns:a16="http://schemas.microsoft.com/office/drawing/2014/main" id="{D749C23D-908A-7913-C22F-4E4F1E26E45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6"/>
          <p:cNvSpPr txBox="1"/>
          <p:nvPr/>
        </p:nvSpPr>
        <p:spPr>
          <a:xfrm>
            <a:off x="305276" y="579239"/>
            <a:ext cx="11581447" cy="600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Visualizing Selection Sort (Min Search)</a:t>
            </a:r>
            <a:endParaRPr dirty="0"/>
          </a:p>
        </p:txBody>
      </p:sp>
      <mc:AlternateContent xmlns:mc="http://schemas.openxmlformats.org/markup-compatibility/2006" xmlns:p14="http://schemas.microsoft.com/office/powerpoint/2010/main" xmlns:iact="http://schemas.microsoft.com/office/powerpoint/2014/inkAction">
        <mc:Choice Requires="p14 iact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E0EDC11C-C70B-9777-15CD-85925C04F7CA}"/>
                  </a:ext>
                </a:extLst>
              </p14:cNvPr>
              <p14:cNvContentPartPr/>
              <p14:nvPr>
                <p:extLst>
                  <p:ext uri="{42D2F446-02D8-4167-A562-619A0277C38B}">
                    <p15:isNarration xmlns:p15="http://schemas.microsoft.com/office/powerpoint/2012/main" val="1"/>
                  </p:ext>
                </p:extLst>
              </p14:nvPr>
            </p14:nvContentPartPr>
            <p14:xfrm>
              <a:off x="880920" y="1190520"/>
              <a:ext cx="5888160" cy="498996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E0EDC11C-C70B-9777-15CD-85925C04F7C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71560" y="1181160"/>
                <a:ext cx="5906880" cy="50086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48805"/>
    </mc:Choice>
    <mc:Fallback xmlns="">
      <p:transition spd="slow" advTm="248805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cmd type="call" cmd="playFrom(0.0)">
                                      <p:cBhvr>
                                        <p:cTn id="7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5" name="Google Shape;19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5279826"/>
            <a:ext cx="11029950" cy="1079896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97" name="Google Shape;197;p20"/>
          <p:cNvGraphicFramePr/>
          <p:nvPr>
            <p:extLst>
              <p:ext uri="{D42A27DB-BD31-4B8C-83A1-F6EECF244321}">
                <p14:modId xmlns:p14="http://schemas.microsoft.com/office/powerpoint/2010/main" val="3567842070"/>
              </p:ext>
            </p:extLst>
          </p:nvPr>
        </p:nvGraphicFramePr>
        <p:xfrm>
          <a:off x="590550" y="1552226"/>
          <a:ext cx="11010875" cy="2673650"/>
        </p:xfrm>
        <a:graphic>
          <a:graphicData uri="http://schemas.openxmlformats.org/drawingml/2006/table">
            <a:tbl>
              <a:tblPr firstRow="1" bandRow="1">
                <a:noFill/>
                <a:tableStyleId>{E7B8206F-FBAC-4CF2-A159-F79FC12F5798}</a:tableStyleId>
              </a:tblPr>
              <a:tblGrid>
                <a:gridCol w="2433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13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59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5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3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6B6D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Algorithm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6B6D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Best Case 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6B6D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Worst Case 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06B6D4"/>
                          </a:solidFill>
                          <a:latin typeface="Fira Code"/>
                          <a:ea typeface="Fira Code"/>
                          <a:cs typeface="Fira Code"/>
                          <a:sym typeface="Fira Code"/>
                        </a:rPr>
                        <a:t>Space Complexity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307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9725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F97316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Bubble Sort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97316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</a:t>
                      </a:r>
                      <a:r>
                        <a:rPr lang="en-US" sz="1650">
                          <a:solidFill>
                            <a:srgbClr val="F97316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b="0" i="0" u="none" strike="noStrike" cap="none">
                          <a:solidFill>
                            <a:srgbClr val="F97316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(n)</a:t>
                      </a:r>
                      <a:br>
                        <a:rPr lang="en-US" sz="1650" b="0" i="0" u="none" strike="noStrike" cap="none">
                          <a:solidFill>
                            <a:srgbClr val="F97316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</a:b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  (n</a:t>
                      </a:r>
                      <a:r>
                        <a:rPr lang="en-US" sz="1650" b="0" i="0" u="none" strike="noStrike" cap="none" baseline="30000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2</a:t>
                      </a:r>
                      <a:r>
                        <a:rPr lang="en-US" sz="1650" b="0" i="0" u="none" strike="noStrike" cap="none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06B6D4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</a:t>
                      </a:r>
                      <a:r>
                        <a:rPr lang="en-US" sz="1650">
                          <a:solidFill>
                            <a:srgbClr val="06B6D4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b="0" i="0" u="none" strike="noStrike" cap="none">
                          <a:solidFill>
                            <a:srgbClr val="06B6D4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(1)</a:t>
                      </a:r>
                      <a:br>
                        <a:rPr lang="en-US" sz="1650" b="0" i="0" u="none" strike="noStrike" cap="none">
                          <a:solidFill>
                            <a:srgbClr val="06B6D4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</a:b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 dirty="0">
                          <a:solidFill>
                            <a:srgbClr val="A855F7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Selection Sort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</a:t>
                      </a:r>
                      <a:r>
                        <a:rPr lang="en-US" sz="1650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 </a:t>
                      </a:r>
                      <a:r>
                        <a:rPr lang="en-US" sz="1650" b="0" i="0" u="none" strike="noStrike" cap="none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(n</a:t>
                      </a:r>
                      <a:r>
                        <a:rPr lang="en-US" sz="1650" b="0" i="0" u="none" strike="noStrike" cap="none" baseline="30000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2</a:t>
                      </a:r>
                      <a:r>
                        <a:rPr lang="en-US" sz="1650" b="0" i="0" u="none" strike="noStrike" cap="none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)</a:t>
                      </a:r>
                      <a:br>
                        <a:rPr lang="en-US" sz="1650" b="0" i="0" u="none" strike="noStrike" cap="none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</a:b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 </a:t>
                      </a:r>
                      <a:r>
                        <a:rPr lang="en-US" sz="1650" b="0" i="0" u="none" strike="noStrike" cap="none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(</a:t>
                      </a:r>
                      <a:r>
                        <a:rPr lang="en-US" sz="1650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n</a:t>
                      </a:r>
                      <a:r>
                        <a:rPr lang="en-US" sz="1650" b="0" i="0" u="none" strike="noStrike" cap="none" baseline="30000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2</a:t>
                      </a:r>
                      <a:r>
                        <a:rPr lang="en-US" sz="1650">
                          <a:solidFill>
                            <a:srgbClr val="F43F5E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 dirty="0">
                          <a:solidFill>
                            <a:srgbClr val="06B6D4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O</a:t>
                      </a:r>
                      <a:r>
                        <a:rPr lang="en-US" sz="1650" dirty="0">
                          <a:solidFill>
                            <a:srgbClr val="06B6D4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(</a:t>
                      </a:r>
                      <a:r>
                        <a:rPr lang="en-US" sz="1650" b="0" i="0" u="none" strike="noStrike" cap="none" dirty="0">
                          <a:solidFill>
                            <a:srgbClr val="06B6D4"/>
                          </a:solidFill>
                          <a:latin typeface="Noto Sans Myanmar"/>
                          <a:ea typeface="Noto Sans Myanmar"/>
                          <a:cs typeface="Noto Sans Myanmar"/>
                          <a:sym typeface="Noto Sans Myanmar"/>
                        </a:rPr>
                        <a:t>1)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98" name="Google Shape;198;p20"/>
          <p:cNvSpPr txBox="1"/>
          <p:nvPr/>
        </p:nvSpPr>
        <p:spPr>
          <a:xfrm>
            <a:off x="838187" y="5383240"/>
            <a:ext cx="10515600" cy="698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Selection Sort </a:t>
            </a:r>
            <a:r>
              <a:rPr lang="en-US" sz="1650" b="0" i="0" u="none" strike="noStrike" cap="none" dirty="0" err="1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ဟာ</a:t>
            </a:r>
            <a:r>
              <a:rPr lang="en-US" sz="1650" b="0" i="0" u="none" strike="noStrike" cap="none" dirty="0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အမြဲတမ်း</a:t>
            </a:r>
            <a:r>
              <a:rPr lang="en-US" sz="1650" b="0" i="0" u="none" strike="noStrike" cap="none" dirty="0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O(n²) </a:t>
            </a:r>
            <a:r>
              <a:rPr lang="en-US" sz="1650" b="0" i="0" u="none" strike="noStrike" cap="none" dirty="0" err="1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ကြာပါတယ</a:t>
            </a:r>
            <a:r>
              <a:rPr lang="en-US" sz="1650" b="0" i="0" u="none" strike="noStrike" cap="none" dirty="0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်။ Array </a:t>
            </a:r>
            <a:r>
              <a:rPr lang="en-US" sz="1650" b="0" i="0" u="none" strike="noStrike" cap="none" dirty="0" err="1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ကြီး</a:t>
            </a:r>
            <a:r>
              <a:rPr lang="en-US" sz="1650" b="0" i="0" u="none" strike="noStrike" cap="none" dirty="0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စီပြီးသား</a:t>
            </a:r>
            <a:r>
              <a:rPr lang="en-US" sz="1650" b="0" i="0" u="none" strike="noStrike" cap="none" dirty="0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ဖြစ်နေရင်တောင</a:t>
            </a:r>
            <a:r>
              <a:rPr lang="en-US" sz="1650" b="0" i="0" u="none" strike="noStrike" cap="none" dirty="0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် Min </a:t>
            </a:r>
            <a:r>
              <a:rPr lang="en-US" sz="1650" b="0" i="0" u="none" strike="noStrike" cap="none" dirty="0" err="1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ကို</a:t>
            </a:r>
            <a:r>
              <a:rPr lang="en-US" sz="1650" b="0" i="0" u="none" strike="noStrike" cap="none" dirty="0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 </a:t>
            </a:r>
            <a:r>
              <a:rPr lang="en-US" sz="1650" b="0" i="0" u="none" strike="noStrike" cap="none" dirty="0" err="1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အမြဲလိုက်ရှာနေရလို့ပ</a:t>
            </a:r>
            <a:r>
              <a:rPr lang="en-US" sz="1650" b="0" i="0" u="none" strike="noStrike" cap="none" dirty="0">
                <a:solidFill>
                  <a:srgbClr val="FCD34D"/>
                </a:solidFill>
                <a:latin typeface="Noto Sans Myanmar"/>
                <a:ea typeface="Noto Sans Myanmar"/>
                <a:cs typeface="Noto Sans Myanmar"/>
                <a:sym typeface="Noto Sans Myanmar"/>
              </a:rPr>
              <a:t>ါ။</a:t>
            </a:r>
            <a:endParaRPr dirty="0"/>
          </a:p>
        </p:txBody>
      </p:sp>
      <p:sp>
        <p:nvSpPr>
          <p:cNvPr id="199" name="Google Shape;199;p20"/>
          <p:cNvSpPr txBox="1"/>
          <p:nvPr/>
        </p:nvSpPr>
        <p:spPr>
          <a:xfrm>
            <a:off x="581025" y="307776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Sorting (2) </a:t>
            </a:r>
            <a:r>
              <a:rPr lang="en-US" sz="3150" b="0" i="0" u="none" strike="noStrike" cap="none" dirty="0" err="1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မျိုး</a:t>
            </a:r>
            <a:r>
              <a:rPr lang="en-US" sz="3150" b="0" i="0" u="none" strike="noStrike" cap="none" dirty="0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</a:t>
            </a:r>
            <a:r>
              <a:rPr lang="en-US" sz="3150" b="0" i="0" u="none" strike="noStrike" cap="none" dirty="0" err="1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နှိုင်းယှဉ်ချက</a:t>
            </a:r>
            <a:r>
              <a:rPr lang="en-US" sz="3150" b="0" i="0" u="none" strike="noStrike" cap="none" dirty="0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် 📊</a:t>
            </a:r>
            <a:endParaRPr dirty="0"/>
          </a:p>
        </p:txBody>
      </p:sp>
      <p:sp>
        <p:nvSpPr>
          <p:cNvPr id="200" name="Google Shape;200;p20"/>
          <p:cNvSpPr/>
          <p:nvPr/>
        </p:nvSpPr>
        <p:spPr>
          <a:xfrm>
            <a:off x="581025" y="1326951"/>
            <a:ext cx="1102995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581025" y="282003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Problem: Find the K-</a:t>
            </a:r>
            <a:r>
              <a:rPr lang="en-US" sz="3150" b="0" i="0" u="none" strike="noStrike" cap="none" dirty="0" err="1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</a:t>
            </a:r>
            <a:r>
              <a:rPr lang="en-US" sz="3150" b="0" i="0" u="none" strike="noStrike" cap="none" dirty="0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Smallest Element</a:t>
            </a:r>
            <a:endParaRPr dirty="0"/>
          </a:p>
        </p:txBody>
      </p:sp>
      <p:sp>
        <p:nvSpPr>
          <p:cNvPr id="217" name="Google Shape;217;p21"/>
          <p:cNvSpPr/>
          <p:nvPr/>
        </p:nvSpPr>
        <p:spPr>
          <a:xfrm>
            <a:off x="551497" y="903515"/>
            <a:ext cx="1102995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EABA0D-669C-0736-DDA4-7C05B08A2C5A}"/>
              </a:ext>
            </a:extLst>
          </p:cNvPr>
          <p:cNvSpPr txBox="1"/>
          <p:nvPr/>
        </p:nvSpPr>
        <p:spPr>
          <a:xfrm>
            <a:off x="581025" y="1048754"/>
            <a:ext cx="7224032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Description: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Given an array of completely unsorted numbers and an integer `k`, magically 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find the `k`-</a:t>
            </a:r>
            <a:r>
              <a:rPr lang="en-US" sz="1600" b="0" dirty="0" err="1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th</a:t>
            </a: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 smallest element in the array.</a:t>
            </a:r>
          </a:p>
          <a:p>
            <a:pPr>
              <a:buNone/>
            </a:pPr>
            <a:endParaRPr lang="en-US" sz="1600" b="0" dirty="0">
              <a:solidFill>
                <a:schemeClr val="bg1"/>
              </a:solidFill>
              <a:effectLst/>
              <a:latin typeface="Lato" panose="020F0502020204030203" pitchFamily="34" charset="77"/>
            </a:endParaRP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Example 1: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Input: </a:t>
            </a:r>
            <a:r>
              <a:rPr lang="en-US" sz="1600" b="0" dirty="0" err="1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arr</a:t>
            </a: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 = [7, 10, 4, 3, 20, 15], k = 3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Output: 7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Explanation: The 3rd smallest element is 7. (The true sorted order is 3, 4, 7...)</a:t>
            </a:r>
            <a:b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</a:br>
            <a:endParaRPr lang="en-US" sz="1600" b="0" dirty="0">
              <a:solidFill>
                <a:schemeClr val="bg1"/>
              </a:solidFill>
              <a:effectLst/>
              <a:latin typeface="Lato" panose="020F0502020204030203" pitchFamily="34" charset="77"/>
            </a:endParaRP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Example 2: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Input: </a:t>
            </a:r>
            <a:r>
              <a:rPr lang="en-US" sz="1600" b="0" dirty="0" err="1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arr</a:t>
            </a: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 = [7, 10, 4, 3, 20, 15], k = 4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Output: 10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Explanation: The 4th smallest element is 10. (The true sorted order is 3, 4, 7, 10...)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Shape 204">
          <a:extLst>
            <a:ext uri="{FF2B5EF4-FFF2-40B4-BE49-F238E27FC236}">
              <a16:creationId xmlns:a16="http://schemas.microsoft.com/office/drawing/2014/main" id="{A6AA3AC8-EE7C-C3F4-DDC6-AC497D83BB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" name="Google Shape;205;p21" descr="image.png">
            <a:extLst>
              <a:ext uri="{FF2B5EF4-FFF2-40B4-BE49-F238E27FC236}">
                <a16:creationId xmlns:a16="http://schemas.microsoft.com/office/drawing/2014/main" id="{65A0EA9F-C8C6-64E7-CDAB-BF6B03A509C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>
            <a:extLst>
              <a:ext uri="{FF2B5EF4-FFF2-40B4-BE49-F238E27FC236}">
                <a16:creationId xmlns:a16="http://schemas.microsoft.com/office/drawing/2014/main" id="{34806742-0C8D-58EC-69C4-0DC0D7A048DD}"/>
              </a:ext>
            </a:extLst>
          </p:cNvPr>
          <p:cNvSpPr txBox="1"/>
          <p:nvPr/>
        </p:nvSpPr>
        <p:spPr>
          <a:xfrm>
            <a:off x="581025" y="282003"/>
            <a:ext cx="11581447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0" i="0" u="none" strike="noStrike" cap="none" dirty="0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Problem: Find the K-</a:t>
            </a:r>
            <a:r>
              <a:rPr lang="en-US" sz="3150" b="0" i="0" u="none" strike="noStrike" cap="none" dirty="0" err="1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</a:t>
            </a:r>
            <a:r>
              <a:rPr lang="en-US" sz="3150" b="0" i="0" u="none" strike="noStrike" cap="none" dirty="0">
                <a:solidFill>
                  <a:srgbClr val="A855F7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 Smallest Element</a:t>
            </a:r>
            <a:endParaRPr dirty="0"/>
          </a:p>
        </p:txBody>
      </p:sp>
      <p:sp>
        <p:nvSpPr>
          <p:cNvPr id="217" name="Google Shape;217;p21">
            <a:extLst>
              <a:ext uri="{FF2B5EF4-FFF2-40B4-BE49-F238E27FC236}">
                <a16:creationId xmlns:a16="http://schemas.microsoft.com/office/drawing/2014/main" id="{56E7463F-A684-2495-B56F-257D90B7F774}"/>
              </a:ext>
            </a:extLst>
          </p:cNvPr>
          <p:cNvSpPr/>
          <p:nvPr/>
        </p:nvSpPr>
        <p:spPr>
          <a:xfrm>
            <a:off x="551497" y="903515"/>
            <a:ext cx="11029950" cy="9525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C32AEE0-B7B8-B0A3-8548-32BCF20B6913}"/>
              </a:ext>
            </a:extLst>
          </p:cNvPr>
          <p:cNvSpPr txBox="1"/>
          <p:nvPr/>
        </p:nvSpPr>
        <p:spPr>
          <a:xfrm>
            <a:off x="581025" y="1048754"/>
            <a:ext cx="6183086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Example 1: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Input: </a:t>
            </a:r>
            <a:r>
              <a:rPr lang="en-US" sz="1600" b="0" dirty="0" err="1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arr</a:t>
            </a: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 = [7, 10, 4, 3, 20, 15], k = 3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Output: 7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Explanation: The 3rd smallest element is 7. (The true sorted order is 3, 4, 7...)</a:t>
            </a:r>
            <a:b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</a:br>
            <a:endParaRPr lang="en-US" sz="1600" b="0" dirty="0">
              <a:solidFill>
                <a:schemeClr val="bg1"/>
              </a:solidFill>
              <a:effectLst/>
              <a:latin typeface="Lato" panose="020F0502020204030203" pitchFamily="34" charset="77"/>
            </a:endParaRP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Example 2: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Input: </a:t>
            </a:r>
            <a:r>
              <a:rPr lang="en-US" sz="1600" b="0" dirty="0" err="1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arr</a:t>
            </a: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 = [7, 10, 4, 3, 20, 15], k = 4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Output: 10</a:t>
            </a:r>
          </a:p>
          <a:p>
            <a:pPr>
              <a:buNone/>
            </a:pPr>
            <a:r>
              <a:rPr lang="en-US" sz="1600" b="0" dirty="0">
                <a:solidFill>
                  <a:schemeClr val="bg1"/>
                </a:solidFill>
                <a:effectLst/>
                <a:latin typeface="Lato" panose="020F0502020204030203" pitchFamily="34" charset="77"/>
              </a:rPr>
              <a:t>Explanation: The 4th smallest element is 10. (The true sorted order is 3, 4, 7, 10...)</a:t>
            </a:r>
          </a:p>
        </p:txBody>
      </p:sp>
    </p:spTree>
    <p:extLst>
      <p:ext uri="{BB962C8B-B14F-4D97-AF65-F5344CB8AC3E}">
        <p14:creationId xmlns:p14="http://schemas.microsoft.com/office/powerpoint/2010/main" val="143899252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1.7|3.5|6.7"/>
</p:tagLst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513</Words>
  <Application>Microsoft Macintosh PowerPoint</Application>
  <PresentationFormat>Widescreen</PresentationFormat>
  <Paragraphs>45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Arial</vt:lpstr>
      <vt:lpstr>Noto Sans Myanmar</vt:lpstr>
      <vt:lpstr>Calibri</vt:lpstr>
      <vt:lpstr>Poppins</vt:lpstr>
      <vt:lpstr>Fira Code</vt:lpstr>
      <vt:lpstr>Poppins SemiBold</vt:lpstr>
      <vt:lpstr>Lato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SAI PONE KHA AUNG -</cp:lastModifiedBy>
  <cp:revision>5</cp:revision>
  <dcterms:modified xsi:type="dcterms:W3CDTF">2026-04-06T15:48:38Z</dcterms:modified>
</cp:coreProperties>
</file>