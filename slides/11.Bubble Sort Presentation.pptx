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Lato" panose="020F0502020204030203" pitchFamily="34" charset="77"/>
      <p:regular r:id="rId14"/>
      <p:bold r:id="rId15"/>
      <p:italic r:id="rId16"/>
      <p:boldItalic r:id="rId17"/>
    </p:embeddedFont>
    <p:embeddedFont>
      <p:font typeface="Noto Sans Myanmar" panose="020B0502040504020204" pitchFamily="34" charset="0"/>
      <p:regular r:id="rId18"/>
      <p:bold r:id="rId19"/>
    </p:embeddedFon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CD6936-D367-4DA9-9614-A682B2E99D69}">
  <a:tblStyle styleId="{89CD6936-D367-4DA9-9614-A682B2E99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2"/>
    <p:restoredTop sz="94670"/>
  </p:normalViewPr>
  <p:slideViewPr>
    <p:cSldViewPr snapToGrid="0">
      <p:cViewPr varScale="1">
        <p:scale>
          <a:sx n="117" d="100"/>
          <a:sy n="117" d="100"/>
        </p:scale>
        <p:origin x="151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8021095F-8C0A-C753-AF77-15CABD2F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>
            <a:extLst>
              <a:ext uri="{FF2B5EF4-FFF2-40B4-BE49-F238E27FC236}">
                <a16:creationId xmlns:a16="http://schemas.microsoft.com/office/drawing/2014/main" id="{287A5E90-AF90-9A89-EBAD-E16C18E7E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7F1B12F0-E878-8479-F012-B7454D80A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45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F76E8EA1-7AAE-23DA-25C5-6A3D9F91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>
            <a:extLst>
              <a:ext uri="{FF2B5EF4-FFF2-40B4-BE49-F238E27FC236}">
                <a16:creationId xmlns:a16="http://schemas.microsoft.com/office/drawing/2014/main" id="{3609FEFC-877E-E974-26C3-E60EA8B1A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2928E87C-95DC-0FC3-D457-B9E473D57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027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35405" y="1946969"/>
            <a:ext cx="952119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Sorting Algorithms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 dirty="0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Bubble Sort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804525"/>
            <a:ext cx="8572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Sorting</a:t>
            </a:r>
            <a:r>
              <a:rPr lang="en-US" sz="1950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20D62CF4-E869-1166-04A8-308F319CD043}"/>
              </a:ext>
            </a:extLst>
          </p:cNvPr>
          <p:cNvSpPr txBox="1"/>
          <p:nvPr/>
        </p:nvSpPr>
        <p:spPr>
          <a:xfrm>
            <a:off x="1809750" y="4443625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- 11 ]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65283" y="2387054"/>
            <a:ext cx="11461432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ဘာကြောင့် Sorting က အရေးကြီးတာလဲ?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Binary Search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လိုမျိုး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အမြန်ဆုံး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Algorithm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သုံးဖို့ဆိုရင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Data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အစဉ်လိုက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(Sorted)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ဖြစ်နေမ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အလုပ်လုပ်လို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ရပါတယ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ရှုပ်ပွနေတဲ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Data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တွေထဲမှာ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အလုပ်လုပ်ရတာ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ပိုခက်ခဲပါတယ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4" y="1856336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ရေအောက်က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ပူဖောင်း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(Bubbles)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လေးတွေဟာ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တဖြည်းဖြည်း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လွင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တက်သွားတာကို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မြင်ဖူးမှာပ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DB905A-6468-4E43-A760-02D19CBEA5CC}"/>
              </a:ext>
            </a:extLst>
          </p:cNvPr>
          <p:cNvGrpSpPr/>
          <p:nvPr/>
        </p:nvGrpSpPr>
        <p:grpSpPr>
          <a:xfrm>
            <a:off x="581024" y="5392938"/>
            <a:ext cx="5276850" cy="1051321"/>
            <a:chOff x="581025" y="4995564"/>
            <a:chExt cx="5276850" cy="1051321"/>
          </a:xfrm>
        </p:grpSpPr>
        <p:pic>
          <p:nvPicPr>
            <p:cNvPr id="117" name="Google Shape;117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4995564"/>
              <a:ext cx="5276850" cy="105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6"/>
            <p:cNvSpPr txBox="1"/>
            <p:nvPr/>
          </p:nvSpPr>
          <p:spPr>
            <a:xfrm>
              <a:off x="857250" y="5142520"/>
              <a:ext cx="47625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ဒါကြောင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သူ့ကို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Bubble (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ပူဖောင်း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 Sort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နာမည်ပေးထားတာ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6C608A-DF43-E9BA-6C52-471E0E4F2C0D}"/>
              </a:ext>
            </a:extLst>
          </p:cNvPr>
          <p:cNvGrpSpPr/>
          <p:nvPr/>
        </p:nvGrpSpPr>
        <p:grpSpPr>
          <a:xfrm>
            <a:off x="581024" y="2843510"/>
            <a:ext cx="5276851" cy="1005482"/>
            <a:chOff x="581024" y="2843510"/>
            <a:chExt cx="5276851" cy="1005482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1104900" y="2843510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Bubble Sort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မှာလည်း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အကြီးဆုံး</a:t>
              </a:r>
              <a:r>
                <a:rPr lang="en-US" sz="1650" b="1" i="0" u="none" strike="noStrike" cap="none" dirty="0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ဂဏန်းတွေက</a:t>
              </a:r>
              <a:r>
                <a:rPr lang="en-US" sz="1650" b="1" i="0" u="none" strike="noStrike" cap="none" dirty="0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1" i="0" u="none" strike="noStrike" cap="none" dirty="0" err="1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1" i="0" u="none" strike="noStrike" cap="none" dirty="0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ညာဘက်အစွန်ဆုံးကို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ပူဖောင်းလို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တဖြည်းဖြည်း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ရွေ့သွားပါတယ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22" name="Google Shape;122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4" y="2914278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0884F01-C89E-6DDF-203B-7FCC22ACDE79}"/>
              </a:ext>
            </a:extLst>
          </p:cNvPr>
          <p:cNvGrpSpPr/>
          <p:nvPr/>
        </p:nvGrpSpPr>
        <p:grpSpPr>
          <a:xfrm>
            <a:off x="581024" y="4349654"/>
            <a:ext cx="5276850" cy="670321"/>
            <a:chOff x="581025" y="4087117"/>
            <a:chExt cx="5276850" cy="670321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1104900" y="408711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အဲ့ဒီလို ရွေ့သွားအောင် ဘေးချင်းကပ် ဂဏန်းတွေကို အမြဲယှဉ်ပြီး လဲလှယ် (Swap) ပေးရပါတယ်။</a:t>
              </a:r>
              <a:endParaRPr/>
            </a:p>
          </p:txBody>
        </p:sp>
        <p:pic>
          <p:nvPicPr>
            <p:cNvPr id="123" name="Google Shape;123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412045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6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ရေအောက်က ပူဖောင်းလေးတွေလိုပဲ 🫧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 descr="Bubble Sort မှာလည်း အကြီးဆုံး ဂဏန်းတွေက Array ရဲ့ ညာဘက်အစွန်ဆုံးကို ပူဖောင်းလို တဖြည်းဖြည်း ရွေ့သွား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6537" y="1679673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5908" y="4414837"/>
            <a:ext cx="25336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13" y="2820612"/>
            <a:ext cx="4963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SWAP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115942" y="1993106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ဘေးချင်းကပ</a:t>
            </a:r>
            <a:r>
              <a:rPr lang="en-US" sz="2100" b="0" i="0" u="none" strike="noStrike" cap="none" dirty="0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2100" b="0" i="0" u="none" strike="noStrike" cap="none" dirty="0" err="1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ယှဉ်မည</a:t>
            </a:r>
            <a:r>
              <a:rPr lang="en-US" sz="2100" b="0" i="0" u="none" strike="noStrike" cap="none" dirty="0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်၊ </a:t>
            </a:r>
            <a:r>
              <a:rPr lang="en-US" sz="2100" b="0" i="0" u="none" strike="noStrike" cap="none" dirty="0" err="1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ကြီးရင</a:t>
            </a:r>
            <a:r>
              <a:rPr lang="en-US" sz="2100" b="0" i="0" u="none" strike="noStrike" cap="none" dirty="0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2100" b="0" i="0" u="none" strike="noStrike" cap="none" dirty="0" err="1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ညာဘက်ပို့မည</a:t>
            </a:r>
            <a:r>
              <a:rPr lang="en-US" sz="2100" b="0" i="0" u="none" strike="noStrike" cap="none" dirty="0">
                <a:solidFill>
                  <a:srgbClr val="F9FAF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6115942" y="2609246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Algorithm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အစကနေ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စပြီး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ဘေးချင်းကပ်လျက</a:t>
            </a:r>
            <a:r>
              <a:rPr lang="en-US" sz="1650" b="1" i="0" u="none" strike="noStrike" cap="none" dirty="0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(Adjacent)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ဂဏန်းနှစ်လုံးကို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အမြဲတမ်း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ယှဉ်ကြည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115942" y="5413771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ဒီလိုလုပ်ခြင်းဖြင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တစ်ခေါက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အဆုံးထိပတ်ပြီးရင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အကြီးဆုံးဂဏန်းက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အနောက်ဆုံးကို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ရောက်သွားပါပြီ</a:t>
            </a:r>
            <a:r>
              <a:rPr lang="en-US" sz="1650" b="0" i="1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။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အဓိက</a:t>
            </a:r>
            <a:r>
              <a:rPr lang="en-US" sz="3150" b="0" i="0" u="none" strike="noStrike" cap="none" dirty="0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စည်းကမ်းချက</a:t>
            </a:r>
            <a:r>
              <a:rPr lang="en-US" sz="3150" b="0" i="0" u="none" strike="noStrike" cap="none" dirty="0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⚠️</a:t>
            </a:r>
            <a:endParaRPr dirty="0"/>
          </a:p>
        </p:txBody>
      </p:sp>
      <p:sp>
        <p:nvSpPr>
          <p:cNvPr id="143" name="Google Shape;143;p17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6BF00F-5F78-1E2E-398A-B690A84C6608}"/>
              </a:ext>
            </a:extLst>
          </p:cNvPr>
          <p:cNvGrpSpPr/>
          <p:nvPr/>
        </p:nvGrpSpPr>
        <p:grpSpPr>
          <a:xfrm>
            <a:off x="6096000" y="3577825"/>
            <a:ext cx="6011775" cy="1327363"/>
            <a:chOff x="6096000" y="3577825"/>
            <a:chExt cx="6011775" cy="132736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37CBD86-9B09-5525-E70A-06B2F6052D89}"/>
                </a:ext>
              </a:extLst>
            </p:cNvPr>
            <p:cNvGrpSpPr/>
            <p:nvPr/>
          </p:nvGrpSpPr>
          <p:grpSpPr>
            <a:xfrm>
              <a:off x="6096000" y="3577825"/>
              <a:ext cx="5514975" cy="473373"/>
              <a:chOff x="6096000" y="3577825"/>
              <a:chExt cx="5514975" cy="473373"/>
            </a:xfrm>
          </p:grpSpPr>
          <p:sp>
            <p:nvSpPr>
              <p:cNvPr id="138" name="Google Shape;138;p17"/>
              <p:cNvSpPr txBox="1"/>
              <p:nvPr/>
            </p:nvSpPr>
            <p:spPr>
              <a:xfrm>
                <a:off x="8466075" y="3577825"/>
                <a:ext cx="31449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D1D5DB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နေရာချင်း လဲ (Swap) ပစ်ပါတယ်။</a:t>
                </a:r>
                <a:endParaRPr/>
              </a:p>
            </p:txBody>
          </p:sp>
          <p:pic>
            <p:nvPicPr>
              <p:cNvPr id="140" name="Google Shape;140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096000" y="3661490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" name="Google Shape;144;p17"/>
              <p:cNvSpPr/>
              <p:nvPr/>
            </p:nvSpPr>
            <p:spPr>
              <a:xfrm>
                <a:off x="6506700" y="3617998"/>
                <a:ext cx="1787700" cy="4332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 w="9525" cap="flat" cmpd="sng">
                <a:solidFill>
                  <a:srgbClr val="F43F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 err="1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ဘယ်ဘက်က</a:t>
                </a:r>
                <a:r>
                  <a:rPr lang="en-US" sz="1200" b="1" dirty="0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sz="1200" b="1" dirty="0" err="1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ကြီးရင</a:t>
                </a:r>
                <a:r>
                  <a:rPr lang="en-US" sz="1200" b="1" dirty="0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်</a:t>
                </a:r>
                <a:endParaRPr sz="1200" b="1" dirty="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EBA78E-EC87-0F4E-4DBF-8BD89721CEE4}"/>
                </a:ext>
              </a:extLst>
            </p:cNvPr>
            <p:cNvGrpSpPr/>
            <p:nvPr/>
          </p:nvGrpSpPr>
          <p:grpSpPr>
            <a:xfrm>
              <a:off x="6109810" y="4471988"/>
              <a:ext cx="5997965" cy="433200"/>
              <a:chOff x="6109810" y="4471988"/>
              <a:chExt cx="5997965" cy="433200"/>
            </a:xfrm>
          </p:grpSpPr>
          <p:sp>
            <p:nvSpPr>
              <p:cNvPr id="139" name="Google Shape;139;p17"/>
              <p:cNvSpPr txBox="1"/>
              <p:nvPr/>
            </p:nvSpPr>
            <p:spPr>
              <a:xfrm>
                <a:off x="8466075" y="4495800"/>
                <a:ext cx="36417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D1D5DB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ဘာမှမလုပ်ဘဲ ဒီတိုင်း ထားလိုက်ပါတယ်။</a:t>
                </a:r>
                <a:endParaRPr/>
              </a:p>
            </p:txBody>
          </p:sp>
          <p:pic>
            <p:nvPicPr>
              <p:cNvPr id="141" name="Google Shape;141;p17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109810" y="4560081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" name="Google Shape;145;p17"/>
              <p:cNvSpPr/>
              <p:nvPr/>
            </p:nvSpPr>
            <p:spPr>
              <a:xfrm>
                <a:off x="6506700" y="4471988"/>
                <a:ext cx="1787700" cy="4332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 w="9525" cap="flat" cmpd="sng">
                <a:solidFill>
                  <a:srgbClr val="6AA84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6AA84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ညာဘက်က ကြီးရင်</a:t>
                </a:r>
                <a:endParaRPr sz="1200" b="1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8825" y="1265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875" y="1265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0925" y="1265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1265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255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19875" y="2255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0925" y="2255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2255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825" y="32843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19875" y="32843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00925" y="32843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32843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825" y="4313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19875" y="4313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400925" y="4313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81975" y="43130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825" y="5303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19875" y="5303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00925" y="530363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81975" y="5303639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3019425" y="6303764"/>
            <a:ext cx="6153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"8" ဆိုတဲ့ အကြီးဆုံးဂဏန်းက အစွန်ဆုံးကို ရောက်သွားပါပြီ! 🫧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3343275" y="1412676"/>
            <a:ext cx="2381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Initial Array: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343275" y="2217539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Compare 5 &amp; 3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(5 &gt; 3, Swap!)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43275" y="3246239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Compare 5 &amp; 8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(5 &lt; 8, OK)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343275" y="4274939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Compare 8 &amp; 2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(8 &gt; 2, Swap!)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343275" y="5451276"/>
            <a:ext cx="2381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End of Pass 1: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72187" y="198893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634287" y="40463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305276" y="303014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Bubble Sort (Pass 1)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81025" y="514350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&amp; Space Complexity ⏱️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9"/>
          <p:cNvGraphicFramePr/>
          <p:nvPr>
            <p:extLst>
              <p:ext uri="{D42A27DB-BD31-4B8C-83A1-F6EECF244321}">
                <p14:modId xmlns:p14="http://schemas.microsoft.com/office/powerpoint/2010/main" val="3327467122"/>
              </p:ext>
            </p:extLst>
          </p:nvPr>
        </p:nvGraphicFramePr>
        <p:xfrm>
          <a:off x="952500" y="1617000"/>
          <a:ext cx="10287000" cy="4191875"/>
        </p:xfrm>
        <a:graphic>
          <a:graphicData uri="http://schemas.openxmlformats.org/drawingml/2006/table">
            <a:tbl>
              <a:tblPr>
                <a:noFill/>
                <a:tableStyleId>{89CD6936-D367-4DA9-9614-A682B2E99D69}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</a:rPr>
                        <a:t>METRIC</a:t>
                      </a:r>
                      <a:endParaRPr sz="18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</a:rPr>
                        <a:t>COMPLEXITY</a:t>
                      </a:r>
                      <a:endParaRPr sz="18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Worst/Average Case Time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50" b="1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O(ｎ²)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Loop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အထဲမှာ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Loop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ထပ်ပါနေလို့ပ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 (</a:t>
                      </a:r>
                      <a:r>
                        <a:rPr lang="en-US" sz="1500" dirty="0">
                          <a:solidFill>
                            <a:srgbClr val="F9731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for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အတွင်း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500" dirty="0">
                          <a:solidFill>
                            <a:srgbClr val="F9731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for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အရမ်းကို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နှေးပါတယ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Best Case Time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50" b="1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>
                        <a:solidFill>
                          <a:srgbClr val="10B98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Data တွေက အစကတည်းက စီပြီးသား ဖြစ်နေရင်၊ (Optimized လုပ်ထားရင်) တစ်ခေါက်ပဲ ပတ်စစ်ရပါတယ်။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Space Complexity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50" b="1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O(1)</a:t>
                      </a:r>
                      <a:endParaRPr>
                        <a:solidFill>
                          <a:srgbClr val="06B6D4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Array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အသစ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ထပ်ဆောက်စရာ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မလိုပါဘူး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။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မူလ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Array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ထဲမှာတင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နေရာချိန်းသွားတာ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ဖြစ်ပါတယ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323254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အားသာချက် နှင့် အားနည်းချက်များ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81025" y="1342429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6A7110-4082-7297-E2F0-D82CCFB87E30}"/>
              </a:ext>
            </a:extLst>
          </p:cNvPr>
          <p:cNvGrpSpPr/>
          <p:nvPr/>
        </p:nvGrpSpPr>
        <p:grpSpPr>
          <a:xfrm>
            <a:off x="581025" y="1685329"/>
            <a:ext cx="5372100" cy="4849415"/>
            <a:chOff x="581025" y="1685329"/>
            <a:chExt cx="5372100" cy="4849415"/>
          </a:xfrm>
        </p:grpSpPr>
        <p:pic>
          <p:nvPicPr>
            <p:cNvPr id="193" name="Google Shape;193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025" y="1685329"/>
              <a:ext cx="5372100" cy="4849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0"/>
            <p:cNvSpPr txBox="1"/>
            <p:nvPr/>
          </p:nvSpPr>
          <p:spPr>
            <a:xfrm>
              <a:off x="876300" y="3104554"/>
              <a:ext cx="2490311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Pros (အားသာချက်)</a:t>
              </a:r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E722D87-5B01-7905-3039-A87E1A017A3E}"/>
                </a:ext>
              </a:extLst>
            </p:cNvPr>
            <p:cNvGrpSpPr/>
            <p:nvPr/>
          </p:nvGrpSpPr>
          <p:grpSpPr>
            <a:xfrm>
              <a:off x="981075" y="3980854"/>
              <a:ext cx="4676775" cy="388758"/>
              <a:chOff x="981075" y="3980854"/>
              <a:chExt cx="4676775" cy="388758"/>
            </a:xfrm>
          </p:grpSpPr>
          <p:sp>
            <p:nvSpPr>
              <p:cNvPr id="197" name="Google Shape;197;p20"/>
              <p:cNvSpPr txBox="1"/>
              <p:nvPr/>
            </p:nvSpPr>
            <p:spPr>
              <a:xfrm>
                <a:off x="981075" y="4036237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1066800" y="3980854"/>
                <a:ext cx="459105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နားလည်ရ အလွယ်ကူဆုံး Algorithm ဖြစ်ပါတယ်။</a:t>
                </a:r>
                <a:endParaRPr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F9BFB2-440C-280C-5E32-B275BB23128D}"/>
                </a:ext>
              </a:extLst>
            </p:cNvPr>
            <p:cNvGrpSpPr/>
            <p:nvPr/>
          </p:nvGrpSpPr>
          <p:grpSpPr>
            <a:xfrm>
              <a:off x="981075" y="4381330"/>
              <a:ext cx="4676775" cy="388758"/>
              <a:chOff x="981075" y="4316015"/>
              <a:chExt cx="4676775" cy="388758"/>
            </a:xfrm>
          </p:grpSpPr>
          <p:sp>
            <p:nvSpPr>
              <p:cNvPr id="199" name="Google Shape;199;p20"/>
              <p:cNvSpPr txBox="1"/>
              <p:nvPr/>
            </p:nvSpPr>
            <p:spPr>
              <a:xfrm>
                <a:off x="981075" y="4371398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1066800" y="4316015"/>
                <a:ext cx="459105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Code ရေးရတာ ရိုးရှင်းပါတယ်။</a:t>
                </a:r>
                <a:endParaRPr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C846E0-59BB-178F-FC20-0BD27AE4E0B2}"/>
                </a:ext>
              </a:extLst>
            </p:cNvPr>
            <p:cNvGrpSpPr/>
            <p:nvPr/>
          </p:nvGrpSpPr>
          <p:grpSpPr>
            <a:xfrm>
              <a:off x="981075" y="4792690"/>
              <a:ext cx="4676925" cy="388758"/>
              <a:chOff x="981075" y="4651176"/>
              <a:chExt cx="4676925" cy="388758"/>
            </a:xfrm>
          </p:grpSpPr>
          <p:sp>
            <p:nvSpPr>
              <p:cNvPr id="201" name="Google Shape;201;p20"/>
              <p:cNvSpPr txBox="1"/>
              <p:nvPr/>
            </p:nvSpPr>
            <p:spPr>
              <a:xfrm>
                <a:off x="981075" y="4706559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1066800" y="4651176"/>
                <a:ext cx="45912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Memory အပို ထပ်မလိုပါဘူး</a:t>
                </a:r>
                <a:r>
                  <a:rPr lang="en-US" sz="1650" b="1" i="0" u="none" strike="noStrike" cap="none">
                    <a:solidFill>
                      <a:schemeClr val="lt1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(In-place sorting)</a:t>
                </a: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။</a:t>
                </a:r>
                <a:endParaRPr/>
              </a:p>
            </p:txBody>
          </p:sp>
        </p:grpSp>
        <p:pic>
          <p:nvPicPr>
            <p:cNvPr id="211" name="Google Shape;211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76300" y="204728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0"/>
            <p:cNvPicPr preferRelativeResize="0"/>
            <p:nvPr/>
          </p:nvPicPr>
          <p:blipFill rotWithShape="1">
            <a:blip r:embed="rId6">
              <a:alphaModFix/>
            </a:blip>
            <a:srcRect t="1057" b="1057"/>
            <a:stretch/>
          </p:blipFill>
          <p:spPr>
            <a:xfrm>
              <a:off x="1066800" y="2209210"/>
              <a:ext cx="381000" cy="437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881AF0-86E6-F1C9-BAD9-A79EE7B7F2A8}"/>
              </a:ext>
            </a:extLst>
          </p:cNvPr>
          <p:cNvGrpSpPr/>
          <p:nvPr/>
        </p:nvGrpSpPr>
        <p:grpSpPr>
          <a:xfrm>
            <a:off x="6238875" y="1685329"/>
            <a:ext cx="5372100" cy="4849415"/>
            <a:chOff x="6238875" y="1685329"/>
            <a:chExt cx="5372100" cy="4849415"/>
          </a:xfrm>
        </p:grpSpPr>
        <p:pic>
          <p:nvPicPr>
            <p:cNvPr id="194" name="Google Shape;194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38875" y="1685329"/>
              <a:ext cx="5372100" cy="4849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>
              <a:off x="6534150" y="3104554"/>
              <a:ext cx="2750343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Cons (အားနည်းချက်)</a:t>
              </a:r>
              <a:endParaRPr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65E4A25-332C-F69C-3474-EB1FA9C04C9E}"/>
                </a:ext>
              </a:extLst>
            </p:cNvPr>
            <p:cNvGrpSpPr/>
            <p:nvPr/>
          </p:nvGrpSpPr>
          <p:grpSpPr>
            <a:xfrm>
              <a:off x="6638925" y="3980854"/>
              <a:ext cx="4676775" cy="670321"/>
              <a:chOff x="6638925" y="3980854"/>
              <a:chExt cx="4676775" cy="670321"/>
            </a:xfrm>
          </p:grpSpPr>
          <p:sp>
            <p:nvSpPr>
              <p:cNvPr id="203" name="Google Shape;203;p20"/>
              <p:cNvSpPr txBox="1"/>
              <p:nvPr/>
            </p:nvSpPr>
            <p:spPr>
              <a:xfrm>
                <a:off x="6638925" y="4025351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204" name="Google Shape;204;p20"/>
              <p:cNvSpPr txBox="1"/>
              <p:nvPr/>
            </p:nvSpPr>
            <p:spPr>
              <a:xfrm>
                <a:off x="6724650" y="3980854"/>
                <a:ext cx="459105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>
                    <a:solidFill>
                      <a:srgbClr val="F9FAFB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အလွန် နှေးကွေးပါတယ်။</a:t>
                </a: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Data များလာရင် သုံးလို့ မရပါဘူး။</a:t>
                </a:r>
                <a:endParaRPr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4539F4D-AD45-CD15-889A-578777A7075C}"/>
                </a:ext>
              </a:extLst>
            </p:cNvPr>
            <p:cNvGrpSpPr/>
            <p:nvPr/>
          </p:nvGrpSpPr>
          <p:grpSpPr>
            <a:xfrm>
              <a:off x="6638925" y="4945090"/>
              <a:ext cx="4676775" cy="670321"/>
              <a:chOff x="6638925" y="4651176"/>
              <a:chExt cx="4676775" cy="670321"/>
            </a:xfrm>
          </p:grpSpPr>
          <p:sp>
            <p:nvSpPr>
              <p:cNvPr id="205" name="Google Shape;205;p20"/>
              <p:cNvSpPr txBox="1"/>
              <p:nvPr/>
            </p:nvSpPr>
            <p:spPr>
              <a:xfrm>
                <a:off x="6638925" y="4684787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206" name="Google Shape;206;p20"/>
              <p:cNvSpPr txBox="1"/>
              <p:nvPr/>
            </p:nvSpPr>
            <p:spPr>
              <a:xfrm>
                <a:off x="6724650" y="4651176"/>
                <a:ext cx="459105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CA3AF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အခြား Sorting Algorithms (ဥပမာ Quick Sort) တွေလောက် ထိရောက်မှု မရှိပါဘူး။</a:t>
                </a:r>
                <a:endParaRPr/>
              </a:p>
            </p:txBody>
          </p:sp>
        </p:grpSp>
        <p:pic>
          <p:nvPicPr>
            <p:cNvPr id="212" name="Google Shape;212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534150" y="204728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0"/>
            <p:cNvPicPr preferRelativeResize="0"/>
            <p:nvPr/>
          </p:nvPicPr>
          <p:blipFill rotWithShape="1">
            <a:blip r:embed="rId9">
              <a:alphaModFix/>
            </a:blip>
            <a:srcRect t="1047" b="1057"/>
            <a:stretch/>
          </p:blipFill>
          <p:spPr>
            <a:xfrm>
              <a:off x="6696075" y="2209210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69380FB3-8135-3F1E-2B2A-D4D07D15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>
            <a:extLst>
              <a:ext uri="{FF2B5EF4-FFF2-40B4-BE49-F238E27FC236}">
                <a16:creationId xmlns:a16="http://schemas.microsoft.com/office/drawing/2014/main" id="{9DC338DE-64AA-B786-88BA-E3998A2FC2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>
            <a:extLst>
              <a:ext uri="{FF2B5EF4-FFF2-40B4-BE49-F238E27FC236}">
                <a16:creationId xmlns:a16="http://schemas.microsoft.com/office/drawing/2014/main" id="{B40348EF-B5C6-92C7-97B9-D31FD52A1143}"/>
              </a:ext>
            </a:extLst>
          </p:cNvPr>
          <p:cNvSpPr txBox="1"/>
          <p:nvPr/>
        </p:nvSpPr>
        <p:spPr>
          <a:xfrm>
            <a:off x="581025" y="323254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Sort Strings by Length</a:t>
            </a:r>
            <a:endParaRPr dirty="0"/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749FFF2F-3CC6-FE04-91A3-0A0210DDBCB7}"/>
              </a:ext>
            </a:extLst>
          </p:cNvPr>
          <p:cNvSpPr/>
          <p:nvPr/>
        </p:nvSpPr>
        <p:spPr>
          <a:xfrm>
            <a:off x="581025" y="912123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5931D-5452-27DD-FBBC-C54740B942BF}"/>
              </a:ext>
            </a:extLst>
          </p:cNvPr>
          <p:cNvSpPr txBox="1"/>
          <p:nvPr/>
        </p:nvSpPr>
        <p:spPr>
          <a:xfrm>
            <a:off x="581024" y="1131256"/>
            <a:ext cx="1066968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Description: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 are given an array of strings. You need to manually sort the array so that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the SHORTEST strings safely bubble to the front, and the LONGEST strings bubble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all the way to the back.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If two strings have the exact same length, their physical order doesn't matter.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["apple", "pie", "banana", "kiwi"]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["pie", "kiwi", "apple", "banana"]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["a", "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abc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", "ab"]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["a", "ab", "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abc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113374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3D539128-A8E2-443E-E4EF-10D99C2C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>
            <a:extLst>
              <a:ext uri="{FF2B5EF4-FFF2-40B4-BE49-F238E27FC236}">
                <a16:creationId xmlns:a16="http://schemas.microsoft.com/office/drawing/2014/main" id="{072FFE65-1B24-7E08-3E2F-E885389AB8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>
            <a:extLst>
              <a:ext uri="{FF2B5EF4-FFF2-40B4-BE49-F238E27FC236}">
                <a16:creationId xmlns:a16="http://schemas.microsoft.com/office/drawing/2014/main" id="{26732F13-3AC8-AFFA-752D-4BC0E25A1C69}"/>
              </a:ext>
            </a:extLst>
          </p:cNvPr>
          <p:cNvSpPr txBox="1"/>
          <p:nvPr/>
        </p:nvSpPr>
        <p:spPr>
          <a:xfrm>
            <a:off x="581025" y="323254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Sort Strings by Length</a:t>
            </a:r>
            <a:endParaRPr dirty="0"/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577480C5-C4EE-E22A-3EF3-82BD410FCD53}"/>
              </a:ext>
            </a:extLst>
          </p:cNvPr>
          <p:cNvSpPr/>
          <p:nvPr/>
        </p:nvSpPr>
        <p:spPr>
          <a:xfrm>
            <a:off x="581025" y="912123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E4B51-F1A1-C618-DB39-1EB1F521AD56}"/>
              </a:ext>
            </a:extLst>
          </p:cNvPr>
          <p:cNvSpPr txBox="1"/>
          <p:nvPr/>
        </p:nvSpPr>
        <p:spPr>
          <a:xfrm>
            <a:off x="581024" y="1131256"/>
            <a:ext cx="106696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["apple", "pie", "banana", "kiwi"]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["pie", "kiwi", "apple", "banana"]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["a", "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abc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", "ab"]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["a", "ab", "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abc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15435352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|11.8|23|1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9.4|11.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959</Words>
  <Application>Microsoft Macintosh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dcterms:modified xsi:type="dcterms:W3CDTF">2026-04-06T15:47:59Z</dcterms:modified>
</cp:coreProperties>
</file>